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6_DED07508.xml" ContentType="application/vnd.ms-powerpoint.comment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F3A2C3-F545-3909-E086-5A75008A510E}" name="Herbst, Alan E" initials="HA" userId="S::aeh103@pitt.edu::6defcfb4-ddae-4d46-8237-0eb5c5e36d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C76B3-8554-A695-B424-55BFFE4A196B}" v="1233" dt="2026-04-21T06:54:47.844"/>
    <p1510:client id="{8080C459-9C90-1CD3-0071-EAC2F5E0ED81}" v="2" dt="2026-04-21T17:13:52.909"/>
    <p1510:client id="{9A63F627-9811-333C-F675-CCFF5422BFFD}" v="211" dt="2026-04-21T15:08:48.120"/>
    <p1510:client id="{A2453EE3-BF38-90A0-5525-2534B888CC64}" v="163" dt="2026-04-21T18:16:14.948"/>
    <p1510:client id="{BCB14045-381B-39CB-985D-658E578C97ED}" v="15" dt="2026-04-19T21:46:00.872"/>
    <p1510:client id="{CEEAE384-C7E1-51E7-ADF4-E88E1540895F}" v="187" dt="2026-04-21T04:49:27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ley, Luke T" userId="S::ltb33@pitt.edu::f4b2d1e5-92f3-4a02-9ca1-f1dae69ab5bb" providerId="AD" clId="Web-{CEEAE384-C7E1-51E7-ADF4-E88E1540895F}"/>
    <pc:docChg chg="modSld">
      <pc:chgData name="Bailey, Luke T" userId="S::ltb33@pitt.edu::f4b2d1e5-92f3-4a02-9ca1-f1dae69ab5bb" providerId="AD" clId="Web-{CEEAE384-C7E1-51E7-ADF4-E88E1540895F}" dt="2026-04-21T04:49:24.988" v="201" actId="20577"/>
      <pc:docMkLst>
        <pc:docMk/>
      </pc:docMkLst>
      <pc:sldChg chg="modSp">
        <pc:chgData name="Bailey, Luke T" userId="S::ltb33@pitt.edu::f4b2d1e5-92f3-4a02-9ca1-f1dae69ab5bb" providerId="AD" clId="Web-{CEEAE384-C7E1-51E7-ADF4-E88E1540895F}" dt="2026-04-21T04:49:24.988" v="201" actId="20577"/>
        <pc:sldMkLst>
          <pc:docMk/>
          <pc:sldMk cId="3738203400" sldId="262"/>
        </pc:sldMkLst>
        <pc:spChg chg="mod">
          <ac:chgData name="Bailey, Luke T" userId="S::ltb33@pitt.edu::f4b2d1e5-92f3-4a02-9ca1-f1dae69ab5bb" providerId="AD" clId="Web-{CEEAE384-C7E1-51E7-ADF4-E88E1540895F}" dt="2026-04-21T04:49:24.988" v="201" actId="20577"/>
          <ac:spMkLst>
            <pc:docMk/>
            <pc:sldMk cId="3738203400" sldId="262"/>
            <ac:spMk id="3" creationId="{D31AACBC-FA14-F4EA-160D-94D46CCFEE3E}"/>
          </ac:spMkLst>
        </pc:spChg>
      </pc:sldChg>
      <pc:sldChg chg="addSp delSp modSp">
        <pc:chgData name="Bailey, Luke T" userId="S::ltb33@pitt.edu::f4b2d1e5-92f3-4a02-9ca1-f1dae69ab5bb" providerId="AD" clId="Web-{CEEAE384-C7E1-51E7-ADF4-E88E1540895F}" dt="2026-04-21T04:45:03.205" v="98" actId="1076"/>
        <pc:sldMkLst>
          <pc:docMk/>
          <pc:sldMk cId="3057797163" sldId="265"/>
        </pc:sldMkLst>
        <pc:spChg chg="add del mod">
          <ac:chgData name="Bailey, Luke T" userId="S::ltb33@pitt.edu::f4b2d1e5-92f3-4a02-9ca1-f1dae69ab5bb" providerId="AD" clId="Web-{CEEAE384-C7E1-51E7-ADF4-E88E1540895F}" dt="2026-04-21T04:34:39.140" v="8"/>
          <ac:spMkLst>
            <pc:docMk/>
            <pc:sldMk cId="3057797163" sldId="265"/>
            <ac:spMk id="4" creationId="{5E7AC46D-552A-941D-DDAA-14CF4A35E7EB}"/>
          </ac:spMkLst>
        </pc:spChg>
        <pc:graphicFrameChg chg="add mod">
          <ac:chgData name="Bailey, Luke T" userId="S::ltb33@pitt.edu::f4b2d1e5-92f3-4a02-9ca1-f1dae69ab5bb" providerId="AD" clId="Web-{CEEAE384-C7E1-51E7-ADF4-E88E1540895F}" dt="2026-04-21T04:39:16.334" v="32" actId="1076"/>
          <ac:graphicFrameMkLst>
            <pc:docMk/>
            <pc:sldMk cId="3057797163" sldId="265"/>
            <ac:graphicFrameMk id="5" creationId="{8981C489-F378-0968-9BC3-C88F5C59660B}"/>
          </ac:graphicFrameMkLst>
        </pc:graphicFrameChg>
        <pc:graphicFrameChg chg="add mod">
          <ac:chgData name="Bailey, Luke T" userId="S::ltb33@pitt.edu::f4b2d1e5-92f3-4a02-9ca1-f1dae69ab5bb" providerId="AD" clId="Web-{CEEAE384-C7E1-51E7-ADF4-E88E1540895F}" dt="2026-04-21T04:39:13.209" v="31" actId="1076"/>
          <ac:graphicFrameMkLst>
            <pc:docMk/>
            <pc:sldMk cId="3057797163" sldId="265"/>
            <ac:graphicFrameMk id="6" creationId="{C83CE471-F017-9635-3F92-BBED302A715B}"/>
          </ac:graphicFrameMkLst>
        </pc:graphicFrameChg>
        <pc:graphicFrameChg chg="add mod">
          <ac:chgData name="Bailey, Luke T" userId="S::ltb33@pitt.edu::f4b2d1e5-92f3-4a02-9ca1-f1dae69ab5bb" providerId="AD" clId="Web-{CEEAE384-C7E1-51E7-ADF4-E88E1540895F}" dt="2026-04-21T04:35:32.851" v="18" actId="1076"/>
          <ac:graphicFrameMkLst>
            <pc:docMk/>
            <pc:sldMk cId="3057797163" sldId="265"/>
            <ac:graphicFrameMk id="7" creationId="{D0701932-3BB4-9DBF-9CC3-F600CB1B2581}"/>
          </ac:graphicFrameMkLst>
        </pc:graphicFrameChg>
        <pc:graphicFrameChg chg="add del mod">
          <ac:chgData name="Bailey, Luke T" userId="S::ltb33@pitt.edu::f4b2d1e5-92f3-4a02-9ca1-f1dae69ab5bb" providerId="AD" clId="Web-{CEEAE384-C7E1-51E7-ADF4-E88E1540895F}" dt="2026-04-21T04:35:26.147" v="15"/>
          <ac:graphicFrameMkLst>
            <pc:docMk/>
            <pc:sldMk cId="3057797163" sldId="265"/>
            <ac:graphicFrameMk id="8" creationId="{90096938-E544-24E3-2625-454522E788DC}"/>
          </ac:graphicFrameMkLst>
        </pc:graphicFrameChg>
        <pc:graphicFrameChg chg="del">
          <ac:chgData name="Bailey, Luke T" userId="S::ltb33@pitt.edu::f4b2d1e5-92f3-4a02-9ca1-f1dae69ab5bb" providerId="AD" clId="Web-{CEEAE384-C7E1-51E7-ADF4-E88E1540895F}" dt="2026-04-21T04:34:04.673" v="0"/>
          <ac:graphicFrameMkLst>
            <pc:docMk/>
            <pc:sldMk cId="3057797163" sldId="265"/>
            <ac:graphicFrameMk id="9" creationId="{9728FA74-62B7-83F0-B39C-34E56E53EA1D}"/>
          </ac:graphicFrameMkLst>
        </pc:graphicFrameChg>
        <pc:graphicFrameChg chg="add del mod">
          <ac:chgData name="Bailey, Luke T" userId="S::ltb33@pitt.edu::f4b2d1e5-92f3-4a02-9ca1-f1dae69ab5bb" providerId="AD" clId="Web-{CEEAE384-C7E1-51E7-ADF4-E88E1540895F}" dt="2026-04-21T04:35:59.899" v="21"/>
          <ac:graphicFrameMkLst>
            <pc:docMk/>
            <pc:sldMk cId="3057797163" sldId="265"/>
            <ac:graphicFrameMk id="11" creationId="{F787BA42-EE72-6993-3114-4CD547B23781}"/>
          </ac:graphicFrameMkLst>
        </pc:graphicFrameChg>
        <pc:picChg chg="add del mod">
          <ac:chgData name="Bailey, Luke T" userId="S::ltb33@pitt.edu::f4b2d1e5-92f3-4a02-9ca1-f1dae69ab5bb" providerId="AD" clId="Web-{CEEAE384-C7E1-51E7-ADF4-E88E1540895F}" dt="2026-04-21T04:38:05.904" v="24"/>
          <ac:picMkLst>
            <pc:docMk/>
            <pc:sldMk cId="3057797163" sldId="265"/>
            <ac:picMk id="12" creationId="{2E2D4315-41F8-F0AD-3D8E-04E6A6A1098D}"/>
          </ac:picMkLst>
        </pc:picChg>
        <pc:picChg chg="add del mod">
          <ac:chgData name="Bailey, Luke T" userId="S::ltb33@pitt.edu::f4b2d1e5-92f3-4a02-9ca1-f1dae69ab5bb" providerId="AD" clId="Web-{CEEAE384-C7E1-51E7-ADF4-E88E1540895F}" dt="2026-04-21T04:38:49.591" v="27"/>
          <ac:picMkLst>
            <pc:docMk/>
            <pc:sldMk cId="3057797163" sldId="265"/>
            <ac:picMk id="13" creationId="{ECEC52BE-3D51-3713-F67D-A3234E39953C}"/>
          </ac:picMkLst>
        </pc:picChg>
        <pc:picChg chg="add del mod">
          <ac:chgData name="Bailey, Luke T" userId="S::ltb33@pitt.edu::f4b2d1e5-92f3-4a02-9ca1-f1dae69ab5bb" providerId="AD" clId="Web-{CEEAE384-C7E1-51E7-ADF4-E88E1540895F}" dt="2026-04-21T04:44:44.969" v="96"/>
          <ac:picMkLst>
            <pc:docMk/>
            <pc:sldMk cId="3057797163" sldId="265"/>
            <ac:picMk id="14" creationId="{C6D2370D-6548-E202-81AC-461C13F6377E}"/>
          </ac:picMkLst>
        </pc:picChg>
        <pc:picChg chg="add mod">
          <ac:chgData name="Bailey, Luke T" userId="S::ltb33@pitt.edu::f4b2d1e5-92f3-4a02-9ca1-f1dae69ab5bb" providerId="AD" clId="Web-{CEEAE384-C7E1-51E7-ADF4-E88E1540895F}" dt="2026-04-21T04:45:03.205" v="98" actId="1076"/>
          <ac:picMkLst>
            <pc:docMk/>
            <pc:sldMk cId="3057797163" sldId="265"/>
            <ac:picMk id="15" creationId="{FA395901-FADE-14DF-3B91-FE4CD2A0D0A7}"/>
          </ac:picMkLst>
        </pc:picChg>
      </pc:sldChg>
    </pc:docChg>
  </pc:docChgLst>
  <pc:docChgLst>
    <pc:chgData name="Bailey, Luke T" userId="S::ltb33@pitt.edu::f4b2d1e5-92f3-4a02-9ca1-f1dae69ab5bb" providerId="AD" clId="Web-{E3D62F61-3C8B-DCC5-ABBE-4CD65ECB5A90}"/>
    <pc:docChg chg="modSld">
      <pc:chgData name="Bailey, Luke T" userId="S::ltb33@pitt.edu::f4b2d1e5-92f3-4a02-9ca1-f1dae69ab5bb" providerId="AD" clId="Web-{E3D62F61-3C8B-DCC5-ABBE-4CD65ECB5A90}" dt="2026-04-17T03:08:53.621" v="1371"/>
      <pc:docMkLst>
        <pc:docMk/>
      </pc:docMkLst>
      <pc:sldChg chg="modSp">
        <pc:chgData name="Bailey, Luke T" userId="S::ltb33@pitt.edu::f4b2d1e5-92f3-4a02-9ca1-f1dae69ab5bb" providerId="AD" clId="Web-{E3D62F61-3C8B-DCC5-ABBE-4CD65ECB5A90}" dt="2026-04-17T01:47:41.850" v="179" actId="20577"/>
        <pc:sldMkLst>
          <pc:docMk/>
          <pc:sldMk cId="4074268457" sldId="257"/>
        </pc:sldMkLst>
        <pc:spChg chg="mod">
          <ac:chgData name="Bailey, Luke T" userId="S::ltb33@pitt.edu::f4b2d1e5-92f3-4a02-9ca1-f1dae69ab5bb" providerId="AD" clId="Web-{E3D62F61-3C8B-DCC5-ABBE-4CD65ECB5A90}" dt="2026-04-17T01:47:41.850" v="179" actId="20577"/>
          <ac:spMkLst>
            <pc:docMk/>
            <pc:sldMk cId="4074268457" sldId="257"/>
            <ac:spMk id="3" creationId="{18512471-32CA-D90E-5148-B2B66E8E45C4}"/>
          </ac:spMkLst>
        </pc:spChg>
      </pc:sldChg>
      <pc:sldChg chg="modSp">
        <pc:chgData name="Bailey, Luke T" userId="S::ltb33@pitt.edu::f4b2d1e5-92f3-4a02-9ca1-f1dae69ab5bb" providerId="AD" clId="Web-{E3D62F61-3C8B-DCC5-ABBE-4CD65ECB5A90}" dt="2026-04-17T01:57:22.829" v="298" actId="20577"/>
        <pc:sldMkLst>
          <pc:docMk/>
          <pc:sldMk cId="3509860642" sldId="259"/>
        </pc:sldMkLst>
        <pc:spChg chg="mod">
          <ac:chgData name="Bailey, Luke T" userId="S::ltb33@pitt.edu::f4b2d1e5-92f3-4a02-9ca1-f1dae69ab5bb" providerId="AD" clId="Web-{E3D62F61-3C8B-DCC5-ABBE-4CD65ECB5A90}" dt="2026-04-17T01:57:22.829" v="298" actId="20577"/>
          <ac:spMkLst>
            <pc:docMk/>
            <pc:sldMk cId="3509860642" sldId="259"/>
            <ac:spMk id="3" creationId="{B437710A-70B3-7638-81E1-FCB6CDFD87A8}"/>
          </ac:spMkLst>
        </pc:spChg>
        <pc:picChg chg="mod">
          <ac:chgData name="Bailey, Luke T" userId="S::ltb33@pitt.edu::f4b2d1e5-92f3-4a02-9ca1-f1dae69ab5bb" providerId="AD" clId="Web-{E3D62F61-3C8B-DCC5-ABBE-4CD65ECB5A90}" dt="2026-04-17T01:49:20.446" v="205" actId="14100"/>
          <ac:picMkLst>
            <pc:docMk/>
            <pc:sldMk cId="3509860642" sldId="259"/>
            <ac:picMk id="6" creationId="{136158FF-7116-5BF1-1532-EB9F2B328C90}"/>
          </ac:picMkLst>
        </pc:picChg>
      </pc:sldChg>
      <pc:sldChg chg="modSp">
        <pc:chgData name="Bailey, Luke T" userId="S::ltb33@pitt.edu::f4b2d1e5-92f3-4a02-9ca1-f1dae69ab5bb" providerId="AD" clId="Web-{E3D62F61-3C8B-DCC5-ABBE-4CD65ECB5A90}" dt="2026-04-17T01:19:08.587" v="10" actId="20577"/>
        <pc:sldMkLst>
          <pc:docMk/>
          <pc:sldMk cId="1382585135" sldId="260"/>
        </pc:sldMkLst>
        <pc:spChg chg="mod">
          <ac:chgData name="Bailey, Luke T" userId="S::ltb33@pitt.edu::f4b2d1e5-92f3-4a02-9ca1-f1dae69ab5bb" providerId="AD" clId="Web-{E3D62F61-3C8B-DCC5-ABBE-4CD65ECB5A90}" dt="2026-04-17T01:19:08.587" v="10" actId="20577"/>
          <ac:spMkLst>
            <pc:docMk/>
            <pc:sldMk cId="1382585135" sldId="260"/>
            <ac:spMk id="3" creationId="{BA951064-E2B9-152F-7454-1E69E33845CE}"/>
          </ac:spMkLst>
        </pc:spChg>
      </pc:sldChg>
      <pc:sldChg chg="addSp modSp">
        <pc:chgData name="Bailey, Luke T" userId="S::ltb33@pitt.edu::f4b2d1e5-92f3-4a02-9ca1-f1dae69ab5bb" providerId="AD" clId="Web-{E3D62F61-3C8B-DCC5-ABBE-4CD65ECB5A90}" dt="2026-04-17T02:15:34.867" v="361" actId="20577"/>
        <pc:sldMkLst>
          <pc:docMk/>
          <pc:sldMk cId="390173296" sldId="261"/>
        </pc:sldMkLst>
        <pc:spChg chg="mod">
          <ac:chgData name="Bailey, Luke T" userId="S::ltb33@pitt.edu::f4b2d1e5-92f3-4a02-9ca1-f1dae69ab5bb" providerId="AD" clId="Web-{E3D62F61-3C8B-DCC5-ABBE-4CD65ECB5A90}" dt="2026-04-17T01:21:58.363" v="34" actId="14100"/>
          <ac:spMkLst>
            <pc:docMk/>
            <pc:sldMk cId="390173296" sldId="261"/>
            <ac:spMk id="2" creationId="{98B30152-10A6-9581-DA7C-2985EEF9AFB6}"/>
          </ac:spMkLst>
        </pc:spChg>
        <pc:spChg chg="mod">
          <ac:chgData name="Bailey, Luke T" userId="S::ltb33@pitt.edu::f4b2d1e5-92f3-4a02-9ca1-f1dae69ab5bb" providerId="AD" clId="Web-{E3D62F61-3C8B-DCC5-ABBE-4CD65ECB5A90}" dt="2026-04-17T02:15:34.867" v="361" actId="20577"/>
          <ac:spMkLst>
            <pc:docMk/>
            <pc:sldMk cId="390173296" sldId="261"/>
            <ac:spMk id="3" creationId="{A0696B39-D8D3-4D57-6BA8-3E5F239D27E0}"/>
          </ac:spMkLst>
        </pc:spChg>
        <pc:picChg chg="add mod">
          <ac:chgData name="Bailey, Luke T" userId="S::ltb33@pitt.edu::f4b2d1e5-92f3-4a02-9ca1-f1dae69ab5bb" providerId="AD" clId="Web-{E3D62F61-3C8B-DCC5-ABBE-4CD65ECB5A90}" dt="2026-04-17T01:32:11.550" v="138" actId="1076"/>
          <ac:picMkLst>
            <pc:docMk/>
            <pc:sldMk cId="390173296" sldId="261"/>
            <ac:picMk id="4" creationId="{CEC79059-02D6-3717-EE03-A54ABE7CB3D7}"/>
          </ac:picMkLst>
        </pc:picChg>
        <pc:picChg chg="add mod">
          <ac:chgData name="Bailey, Luke T" userId="S::ltb33@pitt.edu::f4b2d1e5-92f3-4a02-9ca1-f1dae69ab5bb" providerId="AD" clId="Web-{E3D62F61-3C8B-DCC5-ABBE-4CD65ECB5A90}" dt="2026-04-17T01:32:13.347" v="139" actId="1076"/>
          <ac:picMkLst>
            <pc:docMk/>
            <pc:sldMk cId="390173296" sldId="261"/>
            <ac:picMk id="5" creationId="{BEBDA78C-9B6A-7AF6-E842-FF8FB43A7B20}"/>
          </ac:picMkLst>
        </pc:picChg>
        <pc:picChg chg="add mod">
          <ac:chgData name="Bailey, Luke T" userId="S::ltb33@pitt.edu::f4b2d1e5-92f3-4a02-9ca1-f1dae69ab5bb" providerId="AD" clId="Web-{E3D62F61-3C8B-DCC5-ABBE-4CD65ECB5A90}" dt="2026-04-17T01:32:14.456" v="140" actId="1076"/>
          <ac:picMkLst>
            <pc:docMk/>
            <pc:sldMk cId="390173296" sldId="261"/>
            <ac:picMk id="6" creationId="{53F9A5FA-BCD4-D1A9-3B6C-73815EE0FB26}"/>
          </ac:picMkLst>
        </pc:picChg>
        <pc:picChg chg="add mod">
          <ac:chgData name="Bailey, Luke T" userId="S::ltb33@pitt.edu::f4b2d1e5-92f3-4a02-9ca1-f1dae69ab5bb" providerId="AD" clId="Web-{E3D62F61-3C8B-DCC5-ABBE-4CD65ECB5A90}" dt="2026-04-17T01:32:18.800" v="142" actId="14100"/>
          <ac:picMkLst>
            <pc:docMk/>
            <pc:sldMk cId="390173296" sldId="261"/>
            <ac:picMk id="7" creationId="{5B7D707C-F1C8-CE18-91E6-FAADD237A68A}"/>
          </ac:picMkLst>
        </pc:picChg>
      </pc:sldChg>
      <pc:sldChg chg="modSp">
        <pc:chgData name="Bailey, Luke T" userId="S::ltb33@pitt.edu::f4b2d1e5-92f3-4a02-9ca1-f1dae69ab5bb" providerId="AD" clId="Web-{E3D62F61-3C8B-DCC5-ABBE-4CD65ECB5A90}" dt="2026-04-17T02:33:56.157" v="745" actId="20577"/>
        <pc:sldMkLst>
          <pc:docMk/>
          <pc:sldMk cId="3738203400" sldId="262"/>
        </pc:sldMkLst>
        <pc:spChg chg="mod">
          <ac:chgData name="Bailey, Luke T" userId="S::ltb33@pitt.edu::f4b2d1e5-92f3-4a02-9ca1-f1dae69ab5bb" providerId="AD" clId="Web-{E3D62F61-3C8B-DCC5-ABBE-4CD65ECB5A90}" dt="2026-04-17T02:33:56.157" v="745" actId="20577"/>
          <ac:spMkLst>
            <pc:docMk/>
            <pc:sldMk cId="3738203400" sldId="262"/>
            <ac:spMk id="3" creationId="{D31AACBC-FA14-F4EA-160D-94D46CCFEE3E}"/>
          </ac:spMkLst>
        </pc:spChg>
      </pc:sldChg>
      <pc:sldChg chg="addSp delSp modSp">
        <pc:chgData name="Bailey, Luke T" userId="S::ltb33@pitt.edu::f4b2d1e5-92f3-4a02-9ca1-f1dae69ab5bb" providerId="AD" clId="Web-{E3D62F61-3C8B-DCC5-ABBE-4CD65ECB5A90}" dt="2026-04-17T03:08:53.621" v="1371"/>
        <pc:sldMkLst>
          <pc:docMk/>
          <pc:sldMk cId="3057797163" sldId="265"/>
        </pc:sldMkLst>
      </pc:sldChg>
      <pc:sldChg chg="modSp">
        <pc:chgData name="Bailey, Luke T" userId="S::ltb33@pitt.edu::f4b2d1e5-92f3-4a02-9ca1-f1dae69ab5bb" providerId="AD" clId="Web-{E3D62F61-3C8B-DCC5-ABBE-4CD65ECB5A90}" dt="2026-04-17T02:52:26.464" v="1368" actId="20577"/>
        <pc:sldMkLst>
          <pc:docMk/>
          <pc:sldMk cId="3127593947" sldId="266"/>
        </pc:sldMkLst>
        <pc:spChg chg="mod">
          <ac:chgData name="Bailey, Luke T" userId="S::ltb33@pitt.edu::f4b2d1e5-92f3-4a02-9ca1-f1dae69ab5bb" providerId="AD" clId="Web-{E3D62F61-3C8B-DCC5-ABBE-4CD65ECB5A90}" dt="2026-04-17T02:52:26.464" v="1368" actId="20577"/>
          <ac:spMkLst>
            <pc:docMk/>
            <pc:sldMk cId="3127593947" sldId="266"/>
            <ac:spMk id="3" creationId="{820C57D1-D785-73E5-4AF7-22561AC5C4F0}"/>
          </ac:spMkLst>
        </pc:spChg>
      </pc:sldChg>
    </pc:docChg>
  </pc:docChgLst>
  <pc:docChgLst>
    <pc:chgData name="Zhang, Irving" userId="S::shz262@pitt.edu::fbcb148b-0e71-45e2-a7c3-509d417ff50c" providerId="AD" clId="Web-{9A63F627-9811-333C-F675-CCFF5422BFFD}"/>
    <pc:docChg chg="modSld">
      <pc:chgData name="Zhang, Irving" userId="S::shz262@pitt.edu::fbcb148b-0e71-45e2-a7c3-509d417ff50c" providerId="AD" clId="Web-{9A63F627-9811-333C-F675-CCFF5422BFFD}" dt="2026-04-21T15:08:48.120" v="126" actId="20577"/>
      <pc:docMkLst>
        <pc:docMk/>
      </pc:docMkLst>
      <pc:sldChg chg="modSp">
        <pc:chgData name="Zhang, Irving" userId="S::shz262@pitt.edu::fbcb148b-0e71-45e2-a7c3-509d417ff50c" providerId="AD" clId="Web-{9A63F627-9811-333C-F675-CCFF5422BFFD}" dt="2026-04-21T14:43:55.952" v="56" actId="20577"/>
        <pc:sldMkLst>
          <pc:docMk/>
          <pc:sldMk cId="3509860642" sldId="259"/>
        </pc:sldMkLst>
        <pc:spChg chg="mod">
          <ac:chgData name="Zhang, Irving" userId="S::shz262@pitt.edu::fbcb148b-0e71-45e2-a7c3-509d417ff50c" providerId="AD" clId="Web-{9A63F627-9811-333C-F675-CCFF5422BFFD}" dt="2026-04-21T14:43:55.952" v="56" actId="20577"/>
          <ac:spMkLst>
            <pc:docMk/>
            <pc:sldMk cId="3509860642" sldId="259"/>
            <ac:spMk id="3" creationId="{B437710A-70B3-7638-81E1-FCB6CDFD87A8}"/>
          </ac:spMkLst>
        </pc:spChg>
      </pc:sldChg>
      <pc:sldChg chg="addSp delSp modSp">
        <pc:chgData name="Zhang, Irving" userId="S::shz262@pitt.edu::fbcb148b-0e71-45e2-a7c3-509d417ff50c" providerId="AD" clId="Web-{9A63F627-9811-333C-F675-CCFF5422BFFD}" dt="2026-04-21T15:08:13.011" v="123" actId="1076"/>
        <pc:sldMkLst>
          <pc:docMk/>
          <pc:sldMk cId="3889288744" sldId="264"/>
        </pc:sldMkLst>
        <pc:spChg chg="add del mod">
          <ac:chgData name="Zhang, Irving" userId="S::shz262@pitt.edu::fbcb148b-0e71-45e2-a7c3-509d417ff50c" providerId="AD" clId="Web-{9A63F627-9811-333C-F675-CCFF5422BFFD}" dt="2026-04-21T15:01:16.535" v="115"/>
          <ac:spMkLst>
            <pc:docMk/>
            <pc:sldMk cId="3889288744" sldId="264"/>
            <ac:spMk id="5" creationId="{09BAE7B0-4C7D-D7C7-7C02-57DA5FF44F29}"/>
          </ac:spMkLst>
        </pc:spChg>
        <pc:spChg chg="mod">
          <ac:chgData name="Zhang, Irving" userId="S::shz262@pitt.edu::fbcb148b-0e71-45e2-a7c3-509d417ff50c" providerId="AD" clId="Web-{9A63F627-9811-333C-F675-CCFF5422BFFD}" dt="2026-04-21T15:03:41.835" v="119" actId="20577"/>
          <ac:spMkLst>
            <pc:docMk/>
            <pc:sldMk cId="3889288744" sldId="264"/>
            <ac:spMk id="6" creationId="{F2FA6D52-4240-D548-ACBB-0B5406FEADCD}"/>
          </ac:spMkLst>
        </pc:spChg>
        <pc:picChg chg="add mod">
          <ac:chgData name="Zhang, Irving" userId="S::shz262@pitt.edu::fbcb148b-0e71-45e2-a7c3-509d417ff50c" providerId="AD" clId="Web-{9A63F627-9811-333C-F675-CCFF5422BFFD}" dt="2026-04-21T15:08:13.011" v="123" actId="1076"/>
          <ac:picMkLst>
            <pc:docMk/>
            <pc:sldMk cId="3889288744" sldId="264"/>
            <ac:picMk id="9" creationId="{982409C1-4292-B21E-E98E-0C3CBD6AB71D}"/>
          </ac:picMkLst>
        </pc:picChg>
      </pc:sldChg>
      <pc:sldChg chg="modSp">
        <pc:chgData name="Zhang, Irving" userId="S::shz262@pitt.edu::fbcb148b-0e71-45e2-a7c3-509d417ff50c" providerId="AD" clId="Web-{9A63F627-9811-333C-F675-CCFF5422BFFD}" dt="2026-04-21T15:08:48.120" v="126" actId="20577"/>
        <pc:sldMkLst>
          <pc:docMk/>
          <pc:sldMk cId="3057797163" sldId="265"/>
        </pc:sldMkLst>
        <pc:spChg chg="mod">
          <ac:chgData name="Zhang, Irving" userId="S::shz262@pitt.edu::fbcb148b-0e71-45e2-a7c3-509d417ff50c" providerId="AD" clId="Web-{9A63F627-9811-333C-F675-CCFF5422BFFD}" dt="2026-04-21T15:08:48.120" v="126" actId="20577"/>
          <ac:spMkLst>
            <pc:docMk/>
            <pc:sldMk cId="3057797163" sldId="265"/>
            <ac:spMk id="2" creationId="{F8100D7A-F110-8FE0-BAB6-78D87BC0BF53}"/>
          </ac:spMkLst>
        </pc:spChg>
      </pc:sldChg>
    </pc:docChg>
  </pc:docChgLst>
  <pc:docChgLst>
    <pc:chgData name="Herbst, Alan E" userId="S::aeh103@pitt.edu::6defcfb4-ddae-4d46-8237-0eb5c5e36de8" providerId="AD" clId="Web-{0F9C76B3-8554-A695-B424-55BFFE4A196B}"/>
    <pc:docChg chg="mod addSld modSld">
      <pc:chgData name="Herbst, Alan E" userId="S::aeh103@pitt.edu::6defcfb4-ddae-4d46-8237-0eb5c5e36de8" providerId="AD" clId="Web-{0F9C76B3-8554-A695-B424-55BFFE4A196B}" dt="2026-04-21T06:54:47.844" v="1046" actId="1076"/>
      <pc:docMkLst>
        <pc:docMk/>
      </pc:docMkLst>
      <pc:sldChg chg="modSp">
        <pc:chgData name="Herbst, Alan E" userId="S::aeh103@pitt.edu::6defcfb4-ddae-4d46-8237-0eb5c5e36de8" providerId="AD" clId="Web-{0F9C76B3-8554-A695-B424-55BFFE4A196B}" dt="2026-04-21T06:41:19.442" v="936" actId="20577"/>
        <pc:sldMkLst>
          <pc:docMk/>
          <pc:sldMk cId="4074268457" sldId="257"/>
        </pc:sldMkLst>
        <pc:spChg chg="mod">
          <ac:chgData name="Herbst, Alan E" userId="S::aeh103@pitt.edu::6defcfb4-ddae-4d46-8237-0eb5c5e36de8" providerId="AD" clId="Web-{0F9C76B3-8554-A695-B424-55BFFE4A196B}" dt="2026-04-21T06:41:19.442" v="936" actId="20577"/>
          <ac:spMkLst>
            <pc:docMk/>
            <pc:sldMk cId="4074268457" sldId="257"/>
            <ac:spMk id="3" creationId="{18512471-32CA-D90E-5148-B2B66E8E45C4}"/>
          </ac:spMkLst>
        </pc:spChg>
      </pc:sldChg>
      <pc:sldChg chg="addSp modSp">
        <pc:chgData name="Herbst, Alan E" userId="S::aeh103@pitt.edu::6defcfb4-ddae-4d46-8237-0eb5c5e36de8" providerId="AD" clId="Web-{0F9C76B3-8554-A695-B424-55BFFE4A196B}" dt="2026-04-21T06:37:56.084" v="849" actId="1076"/>
        <pc:sldMkLst>
          <pc:docMk/>
          <pc:sldMk cId="1470368645" sldId="258"/>
        </pc:sldMkLst>
        <pc:spChg chg="mod">
          <ac:chgData name="Herbst, Alan E" userId="S::aeh103@pitt.edu::6defcfb4-ddae-4d46-8237-0eb5c5e36de8" providerId="AD" clId="Web-{0F9C76B3-8554-A695-B424-55BFFE4A196B}" dt="2026-04-21T06:35:28.678" v="763" actId="20577"/>
          <ac:spMkLst>
            <pc:docMk/>
            <pc:sldMk cId="1470368645" sldId="258"/>
            <ac:spMk id="5" creationId="{4CE969DF-A236-FE7C-1A71-2C5D5BE5781B}"/>
          </ac:spMkLst>
        </pc:spChg>
        <pc:spChg chg="add mod">
          <ac:chgData name="Herbst, Alan E" userId="S::aeh103@pitt.edu::6defcfb4-ddae-4d46-8237-0eb5c5e36de8" providerId="AD" clId="Web-{0F9C76B3-8554-A695-B424-55BFFE4A196B}" dt="2026-04-21T06:37:56.084" v="849" actId="1076"/>
          <ac:spMkLst>
            <pc:docMk/>
            <pc:sldMk cId="1470368645" sldId="258"/>
            <ac:spMk id="6" creationId="{433D2EB3-CE46-D730-D9CC-B56529E25EFD}"/>
          </ac:spMkLst>
        </pc:spChg>
        <pc:spChg chg="mod">
          <ac:chgData name="Herbst, Alan E" userId="S::aeh103@pitt.edu::6defcfb4-ddae-4d46-8237-0eb5c5e36de8" providerId="AD" clId="Web-{0F9C76B3-8554-A695-B424-55BFFE4A196B}" dt="2026-04-21T06:34:47.146" v="754" actId="1076"/>
          <ac:spMkLst>
            <pc:docMk/>
            <pc:sldMk cId="1470368645" sldId="258"/>
            <ac:spMk id="13" creationId="{D0E97F41-4AE6-5B46-1F72-536A49ED4E44}"/>
          </ac:spMkLst>
        </pc:spChg>
        <pc:spChg chg="mod">
          <ac:chgData name="Herbst, Alan E" userId="S::aeh103@pitt.edu::6defcfb4-ddae-4d46-8237-0eb5c5e36de8" providerId="AD" clId="Web-{0F9C76B3-8554-A695-B424-55BFFE4A196B}" dt="2026-04-21T06:35:19.834" v="762" actId="1076"/>
          <ac:spMkLst>
            <pc:docMk/>
            <pc:sldMk cId="1470368645" sldId="258"/>
            <ac:spMk id="14" creationId="{2E268ABF-6282-E94D-40D5-DC33547B8052}"/>
          </ac:spMkLst>
        </pc:spChg>
      </pc:sldChg>
      <pc:sldChg chg="modSp">
        <pc:chgData name="Herbst, Alan E" userId="S::aeh103@pitt.edu::6defcfb4-ddae-4d46-8237-0eb5c5e36de8" providerId="AD" clId="Web-{0F9C76B3-8554-A695-B424-55BFFE4A196B}" dt="2026-04-21T06:05:41.880" v="24" actId="20577"/>
        <pc:sldMkLst>
          <pc:docMk/>
          <pc:sldMk cId="3509860642" sldId="259"/>
        </pc:sldMkLst>
        <pc:spChg chg="mod">
          <ac:chgData name="Herbst, Alan E" userId="S::aeh103@pitt.edu::6defcfb4-ddae-4d46-8237-0eb5c5e36de8" providerId="AD" clId="Web-{0F9C76B3-8554-A695-B424-55BFFE4A196B}" dt="2026-04-21T06:05:41.880" v="24" actId="20577"/>
          <ac:spMkLst>
            <pc:docMk/>
            <pc:sldMk cId="3509860642" sldId="259"/>
            <ac:spMk id="3" creationId="{B437710A-70B3-7638-81E1-FCB6CDFD87A8}"/>
          </ac:spMkLst>
        </pc:spChg>
      </pc:sldChg>
      <pc:sldChg chg="addSp modSp">
        <pc:chgData name="Herbst, Alan E" userId="S::aeh103@pitt.edu::6defcfb4-ddae-4d46-8237-0eb5c5e36de8" providerId="AD" clId="Web-{0F9C76B3-8554-A695-B424-55BFFE4A196B}" dt="2026-04-21T06:38:41.803" v="856" actId="1076"/>
        <pc:sldMkLst>
          <pc:docMk/>
          <pc:sldMk cId="1382585135" sldId="260"/>
        </pc:sldMkLst>
        <pc:spChg chg="mod">
          <ac:chgData name="Herbst, Alan E" userId="S::aeh103@pitt.edu::6defcfb4-ddae-4d46-8237-0eb5c5e36de8" providerId="AD" clId="Web-{0F9C76B3-8554-A695-B424-55BFFE4A196B}" dt="2026-04-21T06:38:41.803" v="856" actId="1076"/>
          <ac:spMkLst>
            <pc:docMk/>
            <pc:sldMk cId="1382585135" sldId="260"/>
            <ac:spMk id="3" creationId="{BA951064-E2B9-152F-7454-1E69E33845CE}"/>
          </ac:spMkLst>
        </pc:spChg>
        <pc:picChg chg="mod">
          <ac:chgData name="Herbst, Alan E" userId="S::aeh103@pitt.edu::6defcfb4-ddae-4d46-8237-0eb5c5e36de8" providerId="AD" clId="Web-{0F9C76B3-8554-A695-B424-55BFFE4A196B}" dt="2026-04-21T06:11:49.439" v="193" actId="1076"/>
          <ac:picMkLst>
            <pc:docMk/>
            <pc:sldMk cId="1382585135" sldId="260"/>
            <ac:picMk id="4" creationId="{43D1E8C2-41E9-4CF2-F1E8-6EB8156320B3}"/>
          </ac:picMkLst>
        </pc:picChg>
        <pc:picChg chg="add mod">
          <ac:chgData name="Herbst, Alan E" userId="S::aeh103@pitt.edu::6defcfb4-ddae-4d46-8237-0eb5c5e36de8" providerId="AD" clId="Web-{0F9C76B3-8554-A695-B424-55BFFE4A196B}" dt="2026-04-21T06:08:27.732" v="35" actId="1076"/>
          <ac:picMkLst>
            <pc:docMk/>
            <pc:sldMk cId="1382585135" sldId="260"/>
            <ac:picMk id="5" creationId="{8C93220C-FD12-FE72-16CE-498B36E3ADE1}"/>
          </ac:picMkLst>
        </pc:picChg>
      </pc:sldChg>
      <pc:sldChg chg="modSp">
        <pc:chgData name="Herbst, Alan E" userId="S::aeh103@pitt.edu::6defcfb4-ddae-4d46-8237-0eb5c5e36de8" providerId="AD" clId="Web-{0F9C76B3-8554-A695-B424-55BFFE4A196B}" dt="2026-04-21T06:32:07.882" v="698" actId="20577"/>
        <pc:sldMkLst>
          <pc:docMk/>
          <pc:sldMk cId="3738203400" sldId="262"/>
        </pc:sldMkLst>
        <pc:spChg chg="mod">
          <ac:chgData name="Herbst, Alan E" userId="S::aeh103@pitt.edu::6defcfb4-ddae-4d46-8237-0eb5c5e36de8" providerId="AD" clId="Web-{0F9C76B3-8554-A695-B424-55BFFE4A196B}" dt="2026-04-21T06:32:07.882" v="698" actId="20577"/>
          <ac:spMkLst>
            <pc:docMk/>
            <pc:sldMk cId="3738203400" sldId="262"/>
            <ac:spMk id="3" creationId="{D31AACBC-FA14-F4EA-160D-94D46CCFEE3E}"/>
          </ac:spMkLst>
        </pc:spChg>
      </pc:sldChg>
      <pc:sldChg chg="addSp delSp modSp">
        <pc:chgData name="Herbst, Alan E" userId="S::aeh103@pitt.edu::6defcfb4-ddae-4d46-8237-0eb5c5e36de8" providerId="AD" clId="Web-{0F9C76B3-8554-A695-B424-55BFFE4A196B}" dt="2026-04-21T06:54:47.844" v="1046" actId="1076"/>
        <pc:sldMkLst>
          <pc:docMk/>
          <pc:sldMk cId="1331477923" sldId="263"/>
        </pc:sldMkLst>
        <pc:spChg chg="mod">
          <ac:chgData name="Herbst, Alan E" userId="S::aeh103@pitt.edu::6defcfb4-ddae-4d46-8237-0eb5c5e36de8" providerId="AD" clId="Web-{0F9C76B3-8554-A695-B424-55BFFE4A196B}" dt="2026-04-21T06:54:14.875" v="1036" actId="20577"/>
          <ac:spMkLst>
            <pc:docMk/>
            <pc:sldMk cId="1331477923" sldId="263"/>
            <ac:spMk id="3" creationId="{BF7772B8-6ECC-0153-FEE0-69C7A4933DAF}"/>
          </ac:spMkLst>
        </pc:spChg>
        <pc:spChg chg="add mod">
          <ac:chgData name="Herbst, Alan E" userId="S::aeh103@pitt.edu::6defcfb4-ddae-4d46-8237-0eb5c5e36de8" providerId="AD" clId="Web-{0F9C76B3-8554-A695-B424-55BFFE4A196B}" dt="2026-04-21T06:54:37.922" v="1044" actId="20577"/>
          <ac:spMkLst>
            <pc:docMk/>
            <pc:sldMk cId="1331477923" sldId="263"/>
            <ac:spMk id="9" creationId="{289E0B8A-F560-9C48-1BA3-4F8D0FE7D762}"/>
          </ac:spMkLst>
        </pc:spChg>
        <pc:spChg chg="add mod">
          <ac:chgData name="Herbst, Alan E" userId="S::aeh103@pitt.edu::6defcfb4-ddae-4d46-8237-0eb5c5e36de8" providerId="AD" clId="Web-{0F9C76B3-8554-A695-B424-55BFFE4A196B}" dt="2026-04-21T06:54:47.844" v="1046" actId="1076"/>
          <ac:spMkLst>
            <pc:docMk/>
            <pc:sldMk cId="1331477923" sldId="263"/>
            <ac:spMk id="12" creationId="{AF362280-1B34-2654-A401-A2CB59FEA2C2}"/>
          </ac:spMkLst>
        </pc:spChg>
        <pc:picChg chg="mod">
          <ac:chgData name="Herbst, Alan E" userId="S::aeh103@pitt.edu::6defcfb4-ddae-4d46-8237-0eb5c5e36de8" providerId="AD" clId="Web-{0F9C76B3-8554-A695-B424-55BFFE4A196B}" dt="2026-04-21T06:43:45.432" v="976" actId="1076"/>
          <ac:picMkLst>
            <pc:docMk/>
            <pc:sldMk cId="1331477923" sldId="263"/>
            <ac:picMk id="4" creationId="{E4F74891-C3A8-8898-D2A4-764CC65D7840}"/>
          </ac:picMkLst>
        </pc:picChg>
        <pc:picChg chg="mod">
          <ac:chgData name="Herbst, Alan E" userId="S::aeh103@pitt.edu::6defcfb4-ddae-4d46-8237-0eb5c5e36de8" providerId="AD" clId="Web-{0F9C76B3-8554-A695-B424-55BFFE4A196B}" dt="2026-04-21T06:54:07.547" v="1035" actId="1076"/>
          <ac:picMkLst>
            <pc:docMk/>
            <pc:sldMk cId="1331477923" sldId="263"/>
            <ac:picMk id="5" creationId="{DB99A25B-7B67-CEDB-AA72-4DD7EA2FE08F}"/>
          </ac:picMkLst>
        </pc:picChg>
        <pc:picChg chg="add mod">
          <ac:chgData name="Herbst, Alan E" userId="S::aeh103@pitt.edu::6defcfb4-ddae-4d46-8237-0eb5c5e36de8" providerId="AD" clId="Web-{0F9C76B3-8554-A695-B424-55BFFE4A196B}" dt="2026-04-21T06:50:10.147" v="988" actId="14100"/>
          <ac:picMkLst>
            <pc:docMk/>
            <pc:sldMk cId="1331477923" sldId="263"/>
            <ac:picMk id="6" creationId="{2D16D235-6267-9452-7B0D-0575415DCB91}"/>
          </ac:picMkLst>
        </pc:picChg>
        <pc:picChg chg="add del mod">
          <ac:chgData name="Herbst, Alan E" userId="S::aeh103@pitt.edu::6defcfb4-ddae-4d46-8237-0eb5c5e36de8" providerId="AD" clId="Web-{0F9C76B3-8554-A695-B424-55BFFE4A196B}" dt="2026-04-21T06:50:19.787" v="990"/>
          <ac:picMkLst>
            <pc:docMk/>
            <pc:sldMk cId="1331477923" sldId="263"/>
            <ac:picMk id="7" creationId="{11D471AB-9B35-0207-D1DA-6262DFC97A4B}"/>
          </ac:picMkLst>
        </pc:picChg>
        <pc:picChg chg="add del mod">
          <ac:chgData name="Herbst, Alan E" userId="S::aeh103@pitt.edu::6defcfb4-ddae-4d46-8237-0eb5c5e36de8" providerId="AD" clId="Web-{0F9C76B3-8554-A695-B424-55BFFE4A196B}" dt="2026-04-21T06:53:36.468" v="1030"/>
          <ac:picMkLst>
            <pc:docMk/>
            <pc:sldMk cId="1331477923" sldId="263"/>
            <ac:picMk id="10" creationId="{8B94CF19-AD81-8D02-57FB-39CE6867AA75}"/>
          </ac:picMkLst>
        </pc:picChg>
        <pc:picChg chg="add mod">
          <ac:chgData name="Herbst, Alan E" userId="S::aeh103@pitt.edu::6defcfb4-ddae-4d46-8237-0eb5c5e36de8" providerId="AD" clId="Web-{0F9C76B3-8554-A695-B424-55BFFE4A196B}" dt="2026-04-21T06:54:23.500" v="1038" actId="1076"/>
          <ac:picMkLst>
            <pc:docMk/>
            <pc:sldMk cId="1331477923" sldId="263"/>
            <ac:picMk id="11" creationId="{5EB4041B-4243-56A2-F525-EE9445AB3A95}"/>
          </ac:picMkLst>
        </pc:picChg>
      </pc:sldChg>
      <pc:sldChg chg="modSp">
        <pc:chgData name="Herbst, Alan E" userId="S::aeh103@pitt.edu::6defcfb4-ddae-4d46-8237-0eb5c5e36de8" providerId="AD" clId="Web-{0F9C76B3-8554-A695-B424-55BFFE4A196B}" dt="2026-04-21T06:29:30.942" v="656" actId="20577"/>
        <pc:sldMkLst>
          <pc:docMk/>
          <pc:sldMk cId="3889288744" sldId="264"/>
        </pc:sldMkLst>
        <pc:spChg chg="mod">
          <ac:chgData name="Herbst, Alan E" userId="S::aeh103@pitt.edu::6defcfb4-ddae-4d46-8237-0eb5c5e36de8" providerId="AD" clId="Web-{0F9C76B3-8554-A695-B424-55BFFE4A196B}" dt="2026-04-21T06:29:30.942" v="656" actId="20577"/>
          <ac:spMkLst>
            <pc:docMk/>
            <pc:sldMk cId="3889288744" sldId="264"/>
            <ac:spMk id="6" creationId="{F2FA6D52-4240-D548-ACBB-0B5406FEADCD}"/>
          </ac:spMkLst>
        </pc:spChg>
      </pc:sldChg>
      <pc:sldChg chg="addSp modSp">
        <pc:chgData name="Herbst, Alan E" userId="S::aeh103@pitt.edu::6defcfb4-ddae-4d46-8237-0eb5c5e36de8" providerId="AD" clId="Web-{0F9C76B3-8554-A695-B424-55BFFE4A196B}" dt="2026-04-21T06:43:12.723" v="973" actId="14100"/>
        <pc:sldMkLst>
          <pc:docMk/>
          <pc:sldMk cId="3057797163" sldId="265"/>
        </pc:sldMkLst>
        <pc:spChg chg="add mod">
          <ac:chgData name="Herbst, Alan E" userId="S::aeh103@pitt.edu::6defcfb4-ddae-4d46-8237-0eb5c5e36de8" providerId="AD" clId="Web-{0F9C76B3-8554-A695-B424-55BFFE4A196B}" dt="2026-04-21T06:42:22.739" v="940" actId="1076"/>
          <ac:spMkLst>
            <pc:docMk/>
            <pc:sldMk cId="3057797163" sldId="265"/>
            <ac:spMk id="4" creationId="{A770E20E-CD1B-C6FA-BE4A-9220D4DB1E89}"/>
          </ac:spMkLst>
        </pc:spChg>
        <pc:spChg chg="add mod">
          <ac:chgData name="Herbst, Alan E" userId="S::aeh103@pitt.edu::6defcfb4-ddae-4d46-8237-0eb5c5e36de8" providerId="AD" clId="Web-{0F9C76B3-8554-A695-B424-55BFFE4A196B}" dt="2026-04-21T06:43:12.723" v="973" actId="14100"/>
          <ac:spMkLst>
            <pc:docMk/>
            <pc:sldMk cId="3057797163" sldId="265"/>
            <ac:spMk id="9" creationId="{D723DE76-0156-05ED-BD96-33EEC48D757B}"/>
          </ac:spMkLst>
        </pc:spChg>
      </pc:sldChg>
      <pc:sldChg chg="modSp">
        <pc:chgData name="Herbst, Alan E" userId="S::aeh103@pitt.edu::6defcfb4-ddae-4d46-8237-0eb5c5e36de8" providerId="AD" clId="Web-{0F9C76B3-8554-A695-B424-55BFFE4A196B}" dt="2026-04-21T06:34:12.162" v="753" actId="20577"/>
        <pc:sldMkLst>
          <pc:docMk/>
          <pc:sldMk cId="1500129038" sldId="267"/>
        </pc:sldMkLst>
        <pc:spChg chg="mod">
          <ac:chgData name="Herbst, Alan E" userId="S::aeh103@pitt.edu::6defcfb4-ddae-4d46-8237-0eb5c5e36de8" providerId="AD" clId="Web-{0F9C76B3-8554-A695-B424-55BFFE4A196B}" dt="2026-04-21T06:34:12.162" v="753" actId="20577"/>
          <ac:spMkLst>
            <pc:docMk/>
            <pc:sldMk cId="1500129038" sldId="267"/>
            <ac:spMk id="3" creationId="{410AFFC0-D4C9-42D5-7464-6A7446175C5D}"/>
          </ac:spMkLst>
        </pc:spChg>
      </pc:sldChg>
      <pc:sldChg chg="modSp new">
        <pc:chgData name="Herbst, Alan E" userId="S::aeh103@pitt.edu::6defcfb4-ddae-4d46-8237-0eb5c5e36de8" providerId="AD" clId="Web-{0F9C76B3-8554-A695-B424-55BFFE4A196B}" dt="2026-04-21T06:40:57.020" v="932" actId="20577"/>
        <pc:sldMkLst>
          <pc:docMk/>
          <pc:sldMk cId="809367399" sldId="268"/>
        </pc:sldMkLst>
        <pc:spChg chg="mod">
          <ac:chgData name="Herbst, Alan E" userId="S::aeh103@pitt.edu::6defcfb4-ddae-4d46-8237-0eb5c5e36de8" providerId="AD" clId="Web-{0F9C76B3-8554-A695-B424-55BFFE4A196B}" dt="2026-04-21T06:19:09.409" v="360" actId="20577"/>
          <ac:spMkLst>
            <pc:docMk/>
            <pc:sldMk cId="809367399" sldId="268"/>
            <ac:spMk id="2" creationId="{EB38935C-CF76-5A5E-1093-10F98E9D15FF}"/>
          </ac:spMkLst>
        </pc:spChg>
        <pc:spChg chg="mod">
          <ac:chgData name="Herbst, Alan E" userId="S::aeh103@pitt.edu::6defcfb4-ddae-4d46-8237-0eb5c5e36de8" providerId="AD" clId="Web-{0F9C76B3-8554-A695-B424-55BFFE4A196B}" dt="2026-04-21T06:40:57.020" v="932" actId="20577"/>
          <ac:spMkLst>
            <pc:docMk/>
            <pc:sldMk cId="809367399" sldId="268"/>
            <ac:spMk id="3" creationId="{A7D9FD23-70C0-BFB8-D901-48D410EAE379}"/>
          </ac:spMkLst>
        </pc:spChg>
      </pc:sldChg>
    </pc:docChg>
  </pc:docChgLst>
  <pc:docChgLst>
    <pc:chgData name="Herbst, Alan E" userId="S::aeh103@pitt.edu::6defcfb4-ddae-4d46-8237-0eb5c5e36de8" providerId="AD" clId="Web-{8080C459-9C90-1CD3-0071-EAC2F5E0ED81}"/>
    <pc:docChg chg="modSld">
      <pc:chgData name="Herbst, Alan E" userId="S::aeh103@pitt.edu::6defcfb4-ddae-4d46-8237-0eb5c5e36de8" providerId="AD" clId="Web-{8080C459-9C90-1CD3-0071-EAC2F5E0ED81}" dt="2026-04-21T17:13:52.909" v="1" actId="20577"/>
      <pc:docMkLst>
        <pc:docMk/>
      </pc:docMkLst>
      <pc:sldChg chg="modSp">
        <pc:chgData name="Herbst, Alan E" userId="S::aeh103@pitt.edu::6defcfb4-ddae-4d46-8237-0eb5c5e36de8" providerId="AD" clId="Web-{8080C459-9C90-1CD3-0071-EAC2F5E0ED81}" dt="2026-04-21T17:13:52.909" v="1" actId="20577"/>
        <pc:sldMkLst>
          <pc:docMk/>
          <pc:sldMk cId="1500129038" sldId="267"/>
        </pc:sldMkLst>
        <pc:spChg chg="mod">
          <ac:chgData name="Herbst, Alan E" userId="S::aeh103@pitt.edu::6defcfb4-ddae-4d46-8237-0eb5c5e36de8" providerId="AD" clId="Web-{8080C459-9C90-1CD3-0071-EAC2F5E0ED81}" dt="2026-04-21T17:13:52.909" v="1" actId="20577"/>
          <ac:spMkLst>
            <pc:docMk/>
            <pc:sldMk cId="1500129038" sldId="267"/>
            <ac:spMk id="3" creationId="{410AFFC0-D4C9-42D5-7464-6A7446175C5D}"/>
          </ac:spMkLst>
        </pc:spChg>
      </pc:sldChg>
    </pc:docChg>
  </pc:docChgLst>
  <pc:docChgLst>
    <pc:chgData name="Zhang, Irving" userId="S::shz262@pitt.edu::fbcb148b-0e71-45e2-a7c3-509d417ff50c" providerId="AD" clId="Web-{73AEA7AB-3ABE-17E4-ACC2-B2E488F8AB08}"/>
    <pc:docChg chg="addSld delSld modSld">
      <pc:chgData name="Zhang, Irving" userId="S::shz262@pitt.edu::fbcb148b-0e71-45e2-a7c3-509d417ff50c" providerId="AD" clId="Web-{73AEA7AB-3ABE-17E4-ACC2-B2E488F8AB08}" dt="2026-04-14T17:43:57.059" v="456"/>
      <pc:docMkLst>
        <pc:docMk/>
      </pc:docMkLst>
      <pc:sldChg chg="modSp">
        <pc:chgData name="Zhang, Irving" userId="S::shz262@pitt.edu::fbcb148b-0e71-45e2-a7c3-509d417ff50c" providerId="AD" clId="Web-{73AEA7AB-3ABE-17E4-ACC2-B2E488F8AB08}" dt="2026-04-14T17:39:44.570" v="316" actId="20577"/>
        <pc:sldMkLst>
          <pc:docMk/>
          <pc:sldMk cId="4074268457" sldId="257"/>
        </pc:sldMkLst>
        <pc:spChg chg="mod">
          <ac:chgData name="Zhang, Irving" userId="S::shz262@pitt.edu::fbcb148b-0e71-45e2-a7c3-509d417ff50c" providerId="AD" clId="Web-{73AEA7AB-3ABE-17E4-ACC2-B2E488F8AB08}" dt="2026-04-14T17:39:44.570" v="316" actId="20577"/>
          <ac:spMkLst>
            <pc:docMk/>
            <pc:sldMk cId="4074268457" sldId="257"/>
            <ac:spMk id="2" creationId="{476616EF-43AC-8572-63FE-19552FF87EAF}"/>
          </ac:spMkLst>
        </pc:spChg>
        <pc:spChg chg="mod">
          <ac:chgData name="Zhang, Irving" userId="S::shz262@pitt.edu::fbcb148b-0e71-45e2-a7c3-509d417ff50c" providerId="AD" clId="Web-{73AEA7AB-3ABE-17E4-ACC2-B2E488F8AB08}" dt="2026-04-14T17:22:56.572" v="313" actId="20577"/>
          <ac:spMkLst>
            <pc:docMk/>
            <pc:sldMk cId="4074268457" sldId="257"/>
            <ac:spMk id="3" creationId="{18512471-32CA-D90E-5148-B2B66E8E45C4}"/>
          </ac:spMkLst>
        </pc:spChg>
      </pc:sldChg>
      <pc:sldChg chg="addSp delSp modSp">
        <pc:chgData name="Zhang, Irving" userId="S::shz262@pitt.edu::fbcb148b-0e71-45e2-a7c3-509d417ff50c" providerId="AD" clId="Web-{73AEA7AB-3ABE-17E4-ACC2-B2E488F8AB08}" dt="2026-04-14T17:14:19.002" v="128" actId="20577"/>
        <pc:sldMkLst>
          <pc:docMk/>
          <pc:sldMk cId="1470368645" sldId="258"/>
        </pc:sldMkLst>
        <pc:spChg chg="mod">
          <ac:chgData name="Zhang, Irving" userId="S::shz262@pitt.edu::fbcb148b-0e71-45e2-a7c3-509d417ff50c" providerId="AD" clId="Web-{73AEA7AB-3ABE-17E4-ACC2-B2E488F8AB08}" dt="2026-04-14T17:14:19.002" v="128" actId="20577"/>
          <ac:spMkLst>
            <pc:docMk/>
            <pc:sldMk cId="1470368645" sldId="258"/>
            <ac:spMk id="3" creationId="{ED2F4B96-FDF0-C2CD-B01B-2B564DA3689F}"/>
          </ac:spMkLst>
        </pc:spChg>
        <pc:spChg chg="add mod">
          <ac:chgData name="Zhang, Irving" userId="S::shz262@pitt.edu::fbcb148b-0e71-45e2-a7c3-509d417ff50c" providerId="AD" clId="Web-{73AEA7AB-3ABE-17E4-ACC2-B2E488F8AB08}" dt="2026-04-14T17:12:07.316" v="83" actId="20577"/>
          <ac:spMkLst>
            <pc:docMk/>
            <pc:sldMk cId="1470368645" sldId="258"/>
            <ac:spMk id="5" creationId="{4CE969DF-A236-FE7C-1A71-2C5D5BE5781B}"/>
          </ac:spMkLst>
        </pc:spChg>
        <pc:spChg chg="add mod">
          <ac:chgData name="Zhang, Irving" userId="S::shz262@pitt.edu::fbcb148b-0e71-45e2-a7c3-509d417ff50c" providerId="AD" clId="Web-{73AEA7AB-3ABE-17E4-ACC2-B2E488F8AB08}" dt="2026-04-14T17:12:45.817" v="92"/>
          <ac:spMkLst>
            <pc:docMk/>
            <pc:sldMk cId="1470368645" sldId="258"/>
            <ac:spMk id="10" creationId="{3DCB5070-201F-37BC-759E-A68BA249E96B}"/>
          </ac:spMkLst>
        </pc:spChg>
        <pc:spChg chg="add mod">
          <ac:chgData name="Zhang, Irving" userId="S::shz262@pitt.edu::fbcb148b-0e71-45e2-a7c3-509d417ff50c" providerId="AD" clId="Web-{73AEA7AB-3ABE-17E4-ACC2-B2E488F8AB08}" dt="2026-04-14T17:12:45.817" v="93"/>
          <ac:spMkLst>
            <pc:docMk/>
            <pc:sldMk cId="1470368645" sldId="258"/>
            <ac:spMk id="11" creationId="{1D8CB098-B4CA-0C9E-E7D2-31B5EA7BB4FC}"/>
          </ac:spMkLst>
        </pc:spChg>
        <pc:spChg chg="add mod">
          <ac:chgData name="Zhang, Irving" userId="S::shz262@pitt.edu::fbcb148b-0e71-45e2-a7c3-509d417ff50c" providerId="AD" clId="Web-{73AEA7AB-3ABE-17E4-ACC2-B2E488F8AB08}" dt="2026-04-14T17:12:20.816" v="85" actId="1076"/>
          <ac:spMkLst>
            <pc:docMk/>
            <pc:sldMk cId="1470368645" sldId="258"/>
            <ac:spMk id="13" creationId="{D0E97F41-4AE6-5B46-1F72-536A49ED4E44}"/>
          </ac:spMkLst>
        </pc:spChg>
        <pc:spChg chg="add mod">
          <ac:chgData name="Zhang, Irving" userId="S::shz262@pitt.edu::fbcb148b-0e71-45e2-a7c3-509d417ff50c" providerId="AD" clId="Web-{73AEA7AB-3ABE-17E4-ACC2-B2E488F8AB08}" dt="2026-04-14T17:12:45.833" v="94"/>
          <ac:spMkLst>
            <pc:docMk/>
            <pc:sldMk cId="1470368645" sldId="258"/>
            <ac:spMk id="14" creationId="{2E268ABF-6282-E94D-40D5-DC33547B8052}"/>
          </ac:spMkLst>
        </pc:spChg>
        <pc:picChg chg="add mod">
          <ac:chgData name="Zhang, Irving" userId="S::shz262@pitt.edu::fbcb148b-0e71-45e2-a7c3-509d417ff50c" providerId="AD" clId="Web-{73AEA7AB-3ABE-17E4-ACC2-B2E488F8AB08}" dt="2026-04-14T17:11:05.210" v="65" actId="1076"/>
          <ac:picMkLst>
            <pc:docMk/>
            <pc:sldMk cId="1470368645" sldId="258"/>
            <ac:picMk id="4" creationId="{512CC12D-60E8-317A-F84D-EE4F202DF2DF}"/>
          </ac:picMkLst>
        </pc:picChg>
      </pc:sldChg>
      <pc:sldChg chg="addSp delSp modSp new">
        <pc:chgData name="Zhang, Irving" userId="S::shz262@pitt.edu::fbcb148b-0e71-45e2-a7c3-509d417ff50c" providerId="AD" clId="Web-{73AEA7AB-3ABE-17E4-ACC2-B2E488F8AB08}" dt="2026-04-14T17:43:57.059" v="456"/>
        <pc:sldMkLst>
          <pc:docMk/>
          <pc:sldMk cId="3509860642" sldId="259"/>
        </pc:sldMkLst>
        <pc:spChg chg="mod">
          <ac:chgData name="Zhang, Irving" userId="S::shz262@pitt.edu::fbcb148b-0e71-45e2-a7c3-509d417ff50c" providerId="AD" clId="Web-{73AEA7AB-3ABE-17E4-ACC2-B2E488F8AB08}" dt="2026-04-14T17:13:11.722" v="101" actId="20577"/>
          <ac:spMkLst>
            <pc:docMk/>
            <pc:sldMk cId="3509860642" sldId="259"/>
            <ac:spMk id="2" creationId="{C961809A-6D6D-2CB0-49C0-4F5DD19BE20F}"/>
          </ac:spMkLst>
        </pc:spChg>
        <pc:spChg chg="mod">
          <ac:chgData name="Zhang, Irving" userId="S::shz262@pitt.edu::fbcb148b-0e71-45e2-a7c3-509d417ff50c" providerId="AD" clId="Web-{73AEA7AB-3ABE-17E4-ACC2-B2E488F8AB08}" dt="2026-04-14T17:40:56.603" v="349" actId="20577"/>
          <ac:spMkLst>
            <pc:docMk/>
            <pc:sldMk cId="3509860642" sldId="259"/>
            <ac:spMk id="3" creationId="{B437710A-70B3-7638-81E1-FCB6CDFD87A8}"/>
          </ac:spMkLst>
        </pc:spChg>
        <pc:picChg chg="add mod modCrop">
          <ac:chgData name="Zhang, Irving" userId="S::shz262@pitt.edu::fbcb148b-0e71-45e2-a7c3-509d417ff50c" providerId="AD" clId="Web-{73AEA7AB-3ABE-17E4-ACC2-B2E488F8AB08}" dt="2026-04-14T17:43:57.059" v="456"/>
          <ac:picMkLst>
            <pc:docMk/>
            <pc:sldMk cId="3509860642" sldId="259"/>
            <ac:picMk id="6" creationId="{136158FF-7116-5BF1-1532-EB9F2B328C90}"/>
          </ac:picMkLst>
        </pc:picChg>
      </pc:sldChg>
      <pc:sldChg chg="modSp new">
        <pc:chgData name="Zhang, Irving" userId="S::shz262@pitt.edu::fbcb148b-0e71-45e2-a7c3-509d417ff50c" providerId="AD" clId="Web-{73AEA7AB-3ABE-17E4-ACC2-B2E488F8AB08}" dt="2026-04-14T17:16:29.424" v="152" actId="20577"/>
        <pc:sldMkLst>
          <pc:docMk/>
          <pc:sldMk cId="1382585135" sldId="260"/>
        </pc:sldMkLst>
        <pc:spChg chg="mod">
          <ac:chgData name="Zhang, Irving" userId="S::shz262@pitt.edu::fbcb148b-0e71-45e2-a7c3-509d417ff50c" providerId="AD" clId="Web-{73AEA7AB-3ABE-17E4-ACC2-B2E488F8AB08}" dt="2026-04-14T17:13:45.174" v="112" actId="20577"/>
          <ac:spMkLst>
            <pc:docMk/>
            <pc:sldMk cId="1382585135" sldId="260"/>
            <ac:spMk id="2" creationId="{C67762F6-27BB-62AF-1A12-E67037EEA40E}"/>
          </ac:spMkLst>
        </pc:spChg>
        <pc:spChg chg="mod">
          <ac:chgData name="Zhang, Irving" userId="S::shz262@pitt.edu::fbcb148b-0e71-45e2-a7c3-509d417ff50c" providerId="AD" clId="Web-{73AEA7AB-3ABE-17E4-ACC2-B2E488F8AB08}" dt="2026-04-14T17:16:29.424" v="152" actId="20577"/>
          <ac:spMkLst>
            <pc:docMk/>
            <pc:sldMk cId="1382585135" sldId="260"/>
            <ac:spMk id="3" creationId="{BA951064-E2B9-152F-7454-1E69E33845CE}"/>
          </ac:spMkLst>
        </pc:spChg>
      </pc:sldChg>
      <pc:sldChg chg="modSp new">
        <pc:chgData name="Zhang, Irving" userId="S::shz262@pitt.edu::fbcb148b-0e71-45e2-a7c3-509d417ff50c" providerId="AD" clId="Web-{73AEA7AB-3ABE-17E4-ACC2-B2E488F8AB08}" dt="2026-04-14T17:17:02.799" v="166" actId="20577"/>
        <pc:sldMkLst>
          <pc:docMk/>
          <pc:sldMk cId="390173296" sldId="261"/>
        </pc:sldMkLst>
        <pc:spChg chg="mod">
          <ac:chgData name="Zhang, Irving" userId="S::shz262@pitt.edu::fbcb148b-0e71-45e2-a7c3-509d417ff50c" providerId="AD" clId="Web-{73AEA7AB-3ABE-17E4-ACC2-B2E488F8AB08}" dt="2026-04-14T17:16:51.127" v="153" actId="20577"/>
          <ac:spMkLst>
            <pc:docMk/>
            <pc:sldMk cId="390173296" sldId="261"/>
            <ac:spMk id="2" creationId="{98B30152-10A6-9581-DA7C-2985EEF9AFB6}"/>
          </ac:spMkLst>
        </pc:spChg>
        <pc:spChg chg="mod">
          <ac:chgData name="Zhang, Irving" userId="S::shz262@pitt.edu::fbcb148b-0e71-45e2-a7c3-509d417ff50c" providerId="AD" clId="Web-{73AEA7AB-3ABE-17E4-ACC2-B2E488F8AB08}" dt="2026-04-14T17:17:02.799" v="166" actId="20577"/>
          <ac:spMkLst>
            <pc:docMk/>
            <pc:sldMk cId="390173296" sldId="261"/>
            <ac:spMk id="3" creationId="{A0696B39-D8D3-4D57-6BA8-3E5F239D27E0}"/>
          </ac:spMkLst>
        </pc:spChg>
      </pc:sldChg>
      <pc:sldChg chg="modSp new">
        <pc:chgData name="Zhang, Irving" userId="S::shz262@pitt.edu::fbcb148b-0e71-45e2-a7c3-509d417ff50c" providerId="AD" clId="Web-{73AEA7AB-3ABE-17E4-ACC2-B2E488F8AB08}" dt="2026-04-14T17:17:44.372" v="196" actId="20577"/>
        <pc:sldMkLst>
          <pc:docMk/>
          <pc:sldMk cId="3738203400" sldId="262"/>
        </pc:sldMkLst>
        <pc:spChg chg="mod">
          <ac:chgData name="Zhang, Irving" userId="S::shz262@pitt.edu::fbcb148b-0e71-45e2-a7c3-509d417ff50c" providerId="AD" clId="Web-{73AEA7AB-3ABE-17E4-ACC2-B2E488F8AB08}" dt="2026-04-14T17:17:44.372" v="196" actId="20577"/>
          <ac:spMkLst>
            <pc:docMk/>
            <pc:sldMk cId="3738203400" sldId="262"/>
            <ac:spMk id="2" creationId="{6F9B8896-B01D-DC6B-B204-3F58C481F05F}"/>
          </ac:spMkLst>
        </pc:spChg>
        <pc:spChg chg="mod">
          <ac:chgData name="Zhang, Irving" userId="S::shz262@pitt.edu::fbcb148b-0e71-45e2-a7c3-509d417ff50c" providerId="AD" clId="Web-{73AEA7AB-3ABE-17E4-ACC2-B2E488F8AB08}" dt="2026-04-14T17:17:37.230" v="190" actId="20577"/>
          <ac:spMkLst>
            <pc:docMk/>
            <pc:sldMk cId="3738203400" sldId="262"/>
            <ac:spMk id="3" creationId="{D31AACBC-FA14-F4EA-160D-94D46CCFEE3E}"/>
          </ac:spMkLst>
        </pc:spChg>
      </pc:sldChg>
      <pc:sldChg chg="addSp modSp new">
        <pc:chgData name="Zhang, Irving" userId="S::shz262@pitt.edu::fbcb148b-0e71-45e2-a7c3-509d417ff50c" providerId="AD" clId="Web-{73AEA7AB-3ABE-17E4-ACC2-B2E488F8AB08}" dt="2026-04-14T17:18:52.658" v="206" actId="1076"/>
        <pc:sldMkLst>
          <pc:docMk/>
          <pc:sldMk cId="1331477923" sldId="263"/>
        </pc:sldMkLst>
        <pc:spChg chg="mod">
          <ac:chgData name="Zhang, Irving" userId="S::shz262@pitt.edu::fbcb148b-0e71-45e2-a7c3-509d417ff50c" providerId="AD" clId="Web-{73AEA7AB-3ABE-17E4-ACC2-B2E488F8AB08}" dt="2026-04-14T17:18:17.672" v="198" actId="20577"/>
          <ac:spMkLst>
            <pc:docMk/>
            <pc:sldMk cId="1331477923" sldId="263"/>
            <ac:spMk id="2" creationId="{F74E11E4-28F8-C1ED-C5AE-A46122213231}"/>
          </ac:spMkLst>
        </pc:spChg>
        <pc:spChg chg="mod">
          <ac:chgData name="Zhang, Irving" userId="S::shz262@pitt.edu::fbcb148b-0e71-45e2-a7c3-509d417ff50c" providerId="AD" clId="Web-{73AEA7AB-3ABE-17E4-ACC2-B2E488F8AB08}" dt="2026-04-14T17:18:23.844" v="202" actId="20577"/>
          <ac:spMkLst>
            <pc:docMk/>
            <pc:sldMk cId="1331477923" sldId="263"/>
            <ac:spMk id="3" creationId="{BF7772B8-6ECC-0153-FEE0-69C7A4933DAF}"/>
          </ac:spMkLst>
        </pc:spChg>
        <pc:picChg chg="add mod">
          <ac:chgData name="Zhang, Irving" userId="S::shz262@pitt.edu::fbcb148b-0e71-45e2-a7c3-509d417ff50c" providerId="AD" clId="Web-{73AEA7AB-3ABE-17E4-ACC2-B2E488F8AB08}" dt="2026-04-14T17:18:41.032" v="204" actId="1076"/>
          <ac:picMkLst>
            <pc:docMk/>
            <pc:sldMk cId="1331477923" sldId="263"/>
            <ac:picMk id="4" creationId="{E4F74891-C3A8-8898-D2A4-764CC65D7840}"/>
          </ac:picMkLst>
        </pc:picChg>
        <pc:picChg chg="add mod">
          <ac:chgData name="Zhang, Irving" userId="S::shz262@pitt.edu::fbcb148b-0e71-45e2-a7c3-509d417ff50c" providerId="AD" clId="Web-{73AEA7AB-3ABE-17E4-ACC2-B2E488F8AB08}" dt="2026-04-14T17:18:52.658" v="206" actId="1076"/>
          <ac:picMkLst>
            <pc:docMk/>
            <pc:sldMk cId="1331477923" sldId="263"/>
            <ac:picMk id="5" creationId="{DB99A25B-7B67-CEDB-AA72-4DD7EA2FE08F}"/>
          </ac:picMkLst>
        </pc:picChg>
      </pc:sldChg>
      <pc:sldChg chg="modSp new">
        <pc:chgData name="Zhang, Irving" userId="S::shz262@pitt.edu::fbcb148b-0e71-45e2-a7c3-509d417ff50c" providerId="AD" clId="Web-{73AEA7AB-3ABE-17E4-ACC2-B2E488F8AB08}" dt="2026-04-14T17:19:57.424" v="234" actId="20577"/>
        <pc:sldMkLst>
          <pc:docMk/>
          <pc:sldMk cId="3889288744" sldId="264"/>
        </pc:sldMkLst>
        <pc:spChg chg="mod">
          <ac:chgData name="Zhang, Irving" userId="S::shz262@pitt.edu::fbcb148b-0e71-45e2-a7c3-509d417ff50c" providerId="AD" clId="Web-{73AEA7AB-3ABE-17E4-ACC2-B2E488F8AB08}" dt="2026-04-14T17:19:14.908" v="218" actId="20577"/>
          <ac:spMkLst>
            <pc:docMk/>
            <pc:sldMk cId="3889288744" sldId="264"/>
            <ac:spMk id="2" creationId="{C0AF3F5D-37BD-A601-85D4-63B89082A956}"/>
          </ac:spMkLst>
        </pc:spChg>
        <pc:spChg chg="mod">
          <ac:chgData name="Zhang, Irving" userId="S::shz262@pitt.edu::fbcb148b-0e71-45e2-a7c3-509d417ff50c" providerId="AD" clId="Web-{73AEA7AB-3ABE-17E4-ACC2-B2E488F8AB08}" dt="2026-04-14T17:19:57.424" v="234" actId="20577"/>
          <ac:spMkLst>
            <pc:docMk/>
            <pc:sldMk cId="3889288744" sldId="264"/>
            <ac:spMk id="3" creationId="{7B8DA65E-1295-3E21-5EF9-41CFF6101B9B}"/>
          </ac:spMkLst>
        </pc:spChg>
      </pc:sldChg>
      <pc:sldChg chg="modSp new">
        <pc:chgData name="Zhang, Irving" userId="S::shz262@pitt.edu::fbcb148b-0e71-45e2-a7c3-509d417ff50c" providerId="AD" clId="Web-{73AEA7AB-3ABE-17E4-ACC2-B2E488F8AB08}" dt="2026-04-14T17:20:06.018" v="243" actId="20577"/>
        <pc:sldMkLst>
          <pc:docMk/>
          <pc:sldMk cId="3057797163" sldId="265"/>
        </pc:sldMkLst>
        <pc:spChg chg="mod">
          <ac:chgData name="Zhang, Irving" userId="S::shz262@pitt.edu::fbcb148b-0e71-45e2-a7c3-509d417ff50c" providerId="AD" clId="Web-{73AEA7AB-3ABE-17E4-ACC2-B2E488F8AB08}" dt="2026-04-14T17:20:06.018" v="243" actId="20577"/>
          <ac:spMkLst>
            <pc:docMk/>
            <pc:sldMk cId="3057797163" sldId="265"/>
            <ac:spMk id="2" creationId="{F8100D7A-F110-8FE0-BAB6-78D87BC0BF53}"/>
          </ac:spMkLst>
        </pc:spChg>
      </pc:sldChg>
      <pc:sldChg chg="modSp new">
        <pc:chgData name="Zhang, Irving" userId="S::shz262@pitt.edu::fbcb148b-0e71-45e2-a7c3-509d417ff50c" providerId="AD" clId="Web-{73AEA7AB-3ABE-17E4-ACC2-B2E488F8AB08}" dt="2026-04-14T17:21:19.427" v="275" actId="20577"/>
        <pc:sldMkLst>
          <pc:docMk/>
          <pc:sldMk cId="3127593947" sldId="266"/>
        </pc:sldMkLst>
        <pc:spChg chg="mod">
          <ac:chgData name="Zhang, Irving" userId="S::shz262@pitt.edu::fbcb148b-0e71-45e2-a7c3-509d417ff50c" providerId="AD" clId="Web-{73AEA7AB-3ABE-17E4-ACC2-B2E488F8AB08}" dt="2026-04-14T17:20:39.294" v="246" actId="20577"/>
          <ac:spMkLst>
            <pc:docMk/>
            <pc:sldMk cId="3127593947" sldId="266"/>
            <ac:spMk id="2" creationId="{694B6921-4790-FE68-46B0-C46804C230AD}"/>
          </ac:spMkLst>
        </pc:spChg>
        <pc:spChg chg="mod">
          <ac:chgData name="Zhang, Irving" userId="S::shz262@pitt.edu::fbcb148b-0e71-45e2-a7c3-509d417ff50c" providerId="AD" clId="Web-{73AEA7AB-3ABE-17E4-ACC2-B2E488F8AB08}" dt="2026-04-14T17:21:19.427" v="275" actId="20577"/>
          <ac:spMkLst>
            <pc:docMk/>
            <pc:sldMk cId="3127593947" sldId="266"/>
            <ac:spMk id="3" creationId="{820C57D1-D785-73E5-4AF7-22561AC5C4F0}"/>
          </ac:spMkLst>
        </pc:spChg>
      </pc:sldChg>
      <pc:sldChg chg="modSp new">
        <pc:chgData name="Zhang, Irving" userId="S::shz262@pitt.edu::fbcb148b-0e71-45e2-a7c3-509d417ff50c" providerId="AD" clId="Web-{73AEA7AB-3ABE-17E4-ACC2-B2E488F8AB08}" dt="2026-04-14T17:22:04.024" v="301" actId="20577"/>
        <pc:sldMkLst>
          <pc:docMk/>
          <pc:sldMk cId="1500129038" sldId="267"/>
        </pc:sldMkLst>
        <pc:spChg chg="mod">
          <ac:chgData name="Zhang, Irving" userId="S::shz262@pitt.edu::fbcb148b-0e71-45e2-a7c3-509d417ff50c" providerId="AD" clId="Web-{73AEA7AB-3ABE-17E4-ACC2-B2E488F8AB08}" dt="2026-04-14T17:21:56.102" v="294" actId="20577"/>
          <ac:spMkLst>
            <pc:docMk/>
            <pc:sldMk cId="1500129038" sldId="267"/>
            <ac:spMk id="2" creationId="{AB6BE923-C832-5354-0794-2B00AC3C9EAB}"/>
          </ac:spMkLst>
        </pc:spChg>
        <pc:spChg chg="mod">
          <ac:chgData name="Zhang, Irving" userId="S::shz262@pitt.edu::fbcb148b-0e71-45e2-a7c3-509d417ff50c" providerId="AD" clId="Web-{73AEA7AB-3ABE-17E4-ACC2-B2E488F8AB08}" dt="2026-04-14T17:22:04.024" v="301" actId="20577"/>
          <ac:spMkLst>
            <pc:docMk/>
            <pc:sldMk cId="1500129038" sldId="267"/>
            <ac:spMk id="3" creationId="{410AFFC0-D4C9-42D5-7464-6A7446175C5D}"/>
          </ac:spMkLst>
        </pc:spChg>
      </pc:sldChg>
    </pc:docChg>
  </pc:docChgLst>
  <pc:docChgLst>
    <pc:chgData name="Zhang, Irving" userId="S::shz262@pitt.edu::fbcb148b-0e71-45e2-a7c3-509d417ff50c" providerId="AD" clId="Web-{7F5C4913-380B-3E5F-E407-0AB02ECCD5F4}"/>
    <pc:docChg chg="addSld modSld">
      <pc:chgData name="Zhang, Irving" userId="S::shz262@pitt.edu::fbcb148b-0e71-45e2-a7c3-509d417ff50c" providerId="AD" clId="Web-{7F5C4913-380B-3E5F-E407-0AB02ECCD5F4}" dt="2026-04-14T17:05:57.317" v="103" actId="20577"/>
      <pc:docMkLst>
        <pc:docMk/>
      </pc:docMkLst>
      <pc:sldChg chg="addSp delSp modSp">
        <pc:chgData name="Zhang, Irving" userId="S::shz262@pitt.edu::fbcb148b-0e71-45e2-a7c3-509d417ff50c" providerId="AD" clId="Web-{7F5C4913-380B-3E5F-E407-0AB02ECCD5F4}" dt="2026-04-14T17:04:21.253" v="86" actId="20577"/>
        <pc:sldMkLst>
          <pc:docMk/>
          <pc:sldMk cId="109857222" sldId="256"/>
        </pc:sldMkLst>
        <pc:spChg chg="mod">
          <ac:chgData name="Zhang, Irving" userId="S::shz262@pitt.edu::fbcb148b-0e71-45e2-a7c3-509d417ff50c" providerId="AD" clId="Web-{7F5C4913-380B-3E5F-E407-0AB02ECCD5F4}" dt="2026-04-14T17:03:12.252" v="5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Zhang, Irving" userId="S::shz262@pitt.edu::fbcb148b-0e71-45e2-a7c3-509d417ff50c" providerId="AD" clId="Web-{7F5C4913-380B-3E5F-E407-0AB02ECCD5F4}" dt="2026-04-14T17:04:21.253" v="8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Zhang, Irving" userId="S::shz262@pitt.edu::fbcb148b-0e71-45e2-a7c3-509d417ff50c" providerId="AD" clId="Web-{7F5C4913-380B-3E5F-E407-0AB02ECCD5F4}" dt="2026-04-14T17:05:02.660" v="94" actId="20577"/>
        <pc:sldMkLst>
          <pc:docMk/>
          <pc:sldMk cId="4074268457" sldId="257"/>
        </pc:sldMkLst>
        <pc:spChg chg="mod">
          <ac:chgData name="Zhang, Irving" userId="S::shz262@pitt.edu::fbcb148b-0e71-45e2-a7c3-509d417ff50c" providerId="AD" clId="Web-{7F5C4913-380B-3E5F-E407-0AB02ECCD5F4}" dt="2026-04-14T16:55:35.146" v="9" actId="20577"/>
          <ac:spMkLst>
            <pc:docMk/>
            <pc:sldMk cId="4074268457" sldId="257"/>
            <ac:spMk id="2" creationId="{476616EF-43AC-8572-63FE-19552FF87EAF}"/>
          </ac:spMkLst>
        </pc:spChg>
        <pc:spChg chg="mod">
          <ac:chgData name="Zhang, Irving" userId="S::shz262@pitt.edu::fbcb148b-0e71-45e2-a7c3-509d417ff50c" providerId="AD" clId="Web-{7F5C4913-380B-3E5F-E407-0AB02ECCD5F4}" dt="2026-04-14T17:05:02.660" v="94" actId="20577"/>
          <ac:spMkLst>
            <pc:docMk/>
            <pc:sldMk cId="4074268457" sldId="257"/>
            <ac:spMk id="3" creationId="{18512471-32CA-D90E-5148-B2B66E8E45C4}"/>
          </ac:spMkLst>
        </pc:spChg>
      </pc:sldChg>
      <pc:sldChg chg="modSp new">
        <pc:chgData name="Zhang, Irving" userId="S::shz262@pitt.edu::fbcb148b-0e71-45e2-a7c3-509d417ff50c" providerId="AD" clId="Web-{7F5C4913-380B-3E5F-E407-0AB02ECCD5F4}" dt="2026-04-14T17:05:57.317" v="103" actId="20577"/>
        <pc:sldMkLst>
          <pc:docMk/>
          <pc:sldMk cId="1470368645" sldId="258"/>
        </pc:sldMkLst>
        <pc:spChg chg="mod">
          <ac:chgData name="Zhang, Irving" userId="S::shz262@pitt.edu::fbcb148b-0e71-45e2-a7c3-509d417ff50c" providerId="AD" clId="Web-{7F5C4913-380B-3E5F-E407-0AB02ECCD5F4}" dt="2026-04-14T17:05:17.801" v="98" actId="20577"/>
          <ac:spMkLst>
            <pc:docMk/>
            <pc:sldMk cId="1470368645" sldId="258"/>
            <ac:spMk id="2" creationId="{F20AF3B7-C474-7016-AF99-8645C01B5722}"/>
          </ac:spMkLst>
        </pc:spChg>
        <pc:spChg chg="mod">
          <ac:chgData name="Zhang, Irving" userId="S::shz262@pitt.edu::fbcb148b-0e71-45e2-a7c3-509d417ff50c" providerId="AD" clId="Web-{7F5C4913-380B-3E5F-E407-0AB02ECCD5F4}" dt="2026-04-14T17:05:57.317" v="103" actId="20577"/>
          <ac:spMkLst>
            <pc:docMk/>
            <pc:sldMk cId="1470368645" sldId="258"/>
            <ac:spMk id="3" creationId="{ED2F4B96-FDF0-C2CD-B01B-2B564DA3689F}"/>
          </ac:spMkLst>
        </pc:spChg>
      </pc:sldChg>
    </pc:docChg>
  </pc:docChgLst>
  <pc:docChgLst>
    <pc:chgData name="Zhang, Irving" userId="S::shz262@pitt.edu::fbcb148b-0e71-45e2-a7c3-509d417ff50c" providerId="AD" clId="Web-{ACB0C351-6E71-0A2F-B4C7-3CFAF53B2770}"/>
    <pc:docChg chg="modSld">
      <pc:chgData name="Zhang, Irving" userId="S::shz262@pitt.edu::fbcb148b-0e71-45e2-a7c3-509d417ff50c" providerId="AD" clId="Web-{ACB0C351-6E71-0A2F-B4C7-3CFAF53B2770}" dt="2026-04-17T00:41:57.440" v="88" actId="20577"/>
      <pc:docMkLst>
        <pc:docMk/>
      </pc:docMkLst>
      <pc:sldChg chg="modSp">
        <pc:chgData name="Zhang, Irving" userId="S::shz262@pitt.edu::fbcb148b-0e71-45e2-a7c3-509d417ff50c" providerId="AD" clId="Web-{ACB0C351-6E71-0A2F-B4C7-3CFAF53B2770}" dt="2026-04-16T16:11:18.113" v="0" actId="1076"/>
        <pc:sldMkLst>
          <pc:docMk/>
          <pc:sldMk cId="109857222" sldId="256"/>
        </pc:sldMkLst>
        <pc:spChg chg="mod">
          <ac:chgData name="Zhang, Irving" userId="S::shz262@pitt.edu::fbcb148b-0e71-45e2-a7c3-509d417ff50c" providerId="AD" clId="Web-{ACB0C351-6E71-0A2F-B4C7-3CFAF53B2770}" dt="2026-04-16T16:11:18.113" v="0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Zhang, Irving" userId="S::shz262@pitt.edu::fbcb148b-0e71-45e2-a7c3-509d417ff50c" providerId="AD" clId="Web-{ACB0C351-6E71-0A2F-B4C7-3CFAF53B2770}" dt="2026-04-17T00:29:27.861" v="26" actId="1076"/>
        <pc:sldMkLst>
          <pc:docMk/>
          <pc:sldMk cId="3509860642" sldId="259"/>
        </pc:sldMkLst>
        <pc:spChg chg="mod">
          <ac:chgData name="Zhang, Irving" userId="S::shz262@pitt.edu::fbcb148b-0e71-45e2-a7c3-509d417ff50c" providerId="AD" clId="Web-{ACB0C351-6E71-0A2F-B4C7-3CFAF53B2770}" dt="2026-04-16T16:17:45.779" v="3" actId="20577"/>
          <ac:spMkLst>
            <pc:docMk/>
            <pc:sldMk cId="3509860642" sldId="259"/>
            <ac:spMk id="3" creationId="{B437710A-70B3-7638-81E1-FCB6CDFD87A8}"/>
          </ac:spMkLst>
        </pc:spChg>
        <pc:picChg chg="mod">
          <ac:chgData name="Zhang, Irving" userId="S::shz262@pitt.edu::fbcb148b-0e71-45e2-a7c3-509d417ff50c" providerId="AD" clId="Web-{ACB0C351-6E71-0A2F-B4C7-3CFAF53B2770}" dt="2026-04-17T00:29:27.861" v="26" actId="1076"/>
          <ac:picMkLst>
            <pc:docMk/>
            <pc:sldMk cId="3509860642" sldId="259"/>
            <ac:picMk id="6" creationId="{136158FF-7116-5BF1-1532-EB9F2B328C90}"/>
          </ac:picMkLst>
        </pc:picChg>
      </pc:sldChg>
      <pc:sldChg chg="modSp">
        <pc:chgData name="Zhang, Irving" userId="S::shz262@pitt.edu::fbcb148b-0e71-45e2-a7c3-509d417ff50c" providerId="AD" clId="Web-{ACB0C351-6E71-0A2F-B4C7-3CFAF53B2770}" dt="2026-04-16T18:21:11.306" v="24" actId="20577"/>
        <pc:sldMkLst>
          <pc:docMk/>
          <pc:sldMk cId="1382585135" sldId="260"/>
        </pc:sldMkLst>
        <pc:spChg chg="mod">
          <ac:chgData name="Zhang, Irving" userId="S::shz262@pitt.edu::fbcb148b-0e71-45e2-a7c3-509d417ff50c" providerId="AD" clId="Web-{ACB0C351-6E71-0A2F-B4C7-3CFAF53B2770}" dt="2026-04-16T18:21:11.306" v="24" actId="20577"/>
          <ac:spMkLst>
            <pc:docMk/>
            <pc:sldMk cId="1382585135" sldId="260"/>
            <ac:spMk id="3" creationId="{BA951064-E2B9-152F-7454-1E69E33845CE}"/>
          </ac:spMkLst>
        </pc:spChg>
      </pc:sldChg>
      <pc:sldChg chg="modSp">
        <pc:chgData name="Zhang, Irving" userId="S::shz262@pitt.edu::fbcb148b-0e71-45e2-a7c3-509d417ff50c" providerId="AD" clId="Web-{ACB0C351-6E71-0A2F-B4C7-3CFAF53B2770}" dt="2026-04-16T16:18:05.514" v="5" actId="20577"/>
        <pc:sldMkLst>
          <pc:docMk/>
          <pc:sldMk cId="390173296" sldId="261"/>
        </pc:sldMkLst>
        <pc:spChg chg="mod">
          <ac:chgData name="Zhang, Irving" userId="S::shz262@pitt.edu::fbcb148b-0e71-45e2-a7c3-509d417ff50c" providerId="AD" clId="Web-{ACB0C351-6E71-0A2F-B4C7-3CFAF53B2770}" dt="2026-04-16T16:18:05.514" v="5" actId="20577"/>
          <ac:spMkLst>
            <pc:docMk/>
            <pc:sldMk cId="390173296" sldId="261"/>
            <ac:spMk id="3" creationId="{A0696B39-D8D3-4D57-6BA8-3E5F239D27E0}"/>
          </ac:spMkLst>
        </pc:spChg>
      </pc:sldChg>
      <pc:sldChg chg="modSp">
        <pc:chgData name="Zhang, Irving" userId="S::shz262@pitt.edu::fbcb148b-0e71-45e2-a7c3-509d417ff50c" providerId="AD" clId="Web-{ACB0C351-6E71-0A2F-B4C7-3CFAF53B2770}" dt="2026-04-16T16:18:11.624" v="6" actId="20577"/>
        <pc:sldMkLst>
          <pc:docMk/>
          <pc:sldMk cId="3738203400" sldId="262"/>
        </pc:sldMkLst>
        <pc:spChg chg="mod">
          <ac:chgData name="Zhang, Irving" userId="S::shz262@pitt.edu::fbcb148b-0e71-45e2-a7c3-509d417ff50c" providerId="AD" clId="Web-{ACB0C351-6E71-0A2F-B4C7-3CFAF53B2770}" dt="2026-04-16T16:18:11.624" v="6" actId="20577"/>
          <ac:spMkLst>
            <pc:docMk/>
            <pc:sldMk cId="3738203400" sldId="262"/>
            <ac:spMk id="3" creationId="{D31AACBC-FA14-F4EA-160D-94D46CCFEE3E}"/>
          </ac:spMkLst>
        </pc:spChg>
      </pc:sldChg>
      <pc:sldChg chg="modSp">
        <pc:chgData name="Zhang, Irving" userId="S::shz262@pitt.edu::fbcb148b-0e71-45e2-a7c3-509d417ff50c" providerId="AD" clId="Web-{ACB0C351-6E71-0A2F-B4C7-3CFAF53B2770}" dt="2026-04-17T00:41:57.440" v="88" actId="20577"/>
        <pc:sldMkLst>
          <pc:docMk/>
          <pc:sldMk cId="1331477923" sldId="263"/>
        </pc:sldMkLst>
        <pc:spChg chg="mod">
          <ac:chgData name="Zhang, Irving" userId="S::shz262@pitt.edu::fbcb148b-0e71-45e2-a7c3-509d417ff50c" providerId="AD" clId="Web-{ACB0C351-6E71-0A2F-B4C7-3CFAF53B2770}" dt="2026-04-17T00:41:57.440" v="88" actId="20577"/>
          <ac:spMkLst>
            <pc:docMk/>
            <pc:sldMk cId="1331477923" sldId="263"/>
            <ac:spMk id="3" creationId="{BF7772B8-6ECC-0153-FEE0-69C7A4933DAF}"/>
          </ac:spMkLst>
        </pc:spChg>
      </pc:sldChg>
      <pc:sldChg chg="addSp delSp modSp modNotes">
        <pc:chgData name="Zhang, Irving" userId="S::shz262@pitt.edu::fbcb148b-0e71-45e2-a7c3-509d417ff50c" providerId="AD" clId="Web-{ACB0C351-6E71-0A2F-B4C7-3CFAF53B2770}" dt="2026-04-17T00:41:42.361" v="87" actId="14100"/>
        <pc:sldMkLst>
          <pc:docMk/>
          <pc:sldMk cId="3889288744" sldId="264"/>
        </pc:sldMkLst>
        <pc:spChg chg="mod">
          <ac:chgData name="Zhang, Irving" userId="S::shz262@pitt.edu::fbcb148b-0e71-45e2-a7c3-509d417ff50c" providerId="AD" clId="Web-{ACB0C351-6E71-0A2F-B4C7-3CFAF53B2770}" dt="2026-04-17T00:39:02.534" v="57" actId="20577"/>
          <ac:spMkLst>
            <pc:docMk/>
            <pc:sldMk cId="3889288744" sldId="264"/>
            <ac:spMk id="3" creationId="{7B8DA65E-1295-3E21-5EF9-41CFF6101B9B}"/>
          </ac:spMkLst>
        </pc:spChg>
        <pc:spChg chg="add mod">
          <ac:chgData name="Zhang, Irving" userId="S::shz262@pitt.edu::fbcb148b-0e71-45e2-a7c3-509d417ff50c" providerId="AD" clId="Web-{ACB0C351-6E71-0A2F-B4C7-3CFAF53B2770}" dt="2026-04-17T00:38:20.748" v="44" actId="20577"/>
          <ac:spMkLst>
            <pc:docMk/>
            <pc:sldMk cId="3889288744" sldId="264"/>
            <ac:spMk id="6" creationId="{F2FA6D52-4240-D548-ACBB-0B5406FEADCD}"/>
          </ac:spMkLst>
        </pc:spChg>
        <pc:spChg chg="add mod">
          <ac:chgData name="Zhang, Irving" userId="S::shz262@pitt.edu::fbcb148b-0e71-45e2-a7c3-509d417ff50c" providerId="AD" clId="Web-{ACB0C351-6E71-0A2F-B4C7-3CFAF53B2770}" dt="2026-04-17T00:41:03.092" v="86" actId="14100"/>
          <ac:spMkLst>
            <pc:docMk/>
            <pc:sldMk cId="3889288744" sldId="264"/>
            <ac:spMk id="8" creationId="{0E31C8DD-058C-D4AB-D790-59F410B4C752}"/>
          </ac:spMkLst>
        </pc:spChg>
        <pc:picChg chg="add mod">
          <ac:chgData name="Zhang, Irving" userId="S::shz262@pitt.edu::fbcb148b-0e71-45e2-a7c3-509d417ff50c" providerId="AD" clId="Web-{ACB0C351-6E71-0A2F-B4C7-3CFAF53B2770}" dt="2026-04-17T00:41:42.361" v="87" actId="14100"/>
          <ac:picMkLst>
            <pc:docMk/>
            <pc:sldMk cId="3889288744" sldId="264"/>
            <ac:picMk id="4" creationId="{1A1E29E5-3C35-778C-15F3-C65D719B2208}"/>
          </ac:picMkLst>
        </pc:picChg>
        <pc:picChg chg="add mod">
          <ac:chgData name="Zhang, Irving" userId="S::shz262@pitt.edu::fbcb148b-0e71-45e2-a7c3-509d417ff50c" providerId="AD" clId="Web-{ACB0C351-6E71-0A2F-B4C7-3CFAF53B2770}" dt="2026-04-17T00:40:48.232" v="80" actId="1076"/>
          <ac:picMkLst>
            <pc:docMk/>
            <pc:sldMk cId="3889288744" sldId="264"/>
            <ac:picMk id="7" creationId="{A54E414B-842E-E143-389D-CB67D3A3FBC4}"/>
          </ac:picMkLst>
        </pc:picChg>
      </pc:sldChg>
      <pc:sldChg chg="modSp">
        <pc:chgData name="Zhang, Irving" userId="S::shz262@pitt.edu::fbcb148b-0e71-45e2-a7c3-509d417ff50c" providerId="AD" clId="Web-{ACB0C351-6E71-0A2F-B4C7-3CFAF53B2770}" dt="2026-04-16T16:18:23.233" v="8" actId="20577"/>
        <pc:sldMkLst>
          <pc:docMk/>
          <pc:sldMk cId="3057797163" sldId="265"/>
        </pc:sldMkLst>
        <pc:spChg chg="mod">
          <ac:chgData name="Zhang, Irving" userId="S::shz262@pitt.edu::fbcb148b-0e71-45e2-a7c3-509d417ff50c" providerId="AD" clId="Web-{ACB0C351-6E71-0A2F-B4C7-3CFAF53B2770}" dt="2026-04-16T16:18:23.233" v="8" actId="20577"/>
          <ac:spMkLst>
            <pc:docMk/>
            <pc:sldMk cId="3057797163" sldId="265"/>
            <ac:spMk id="2" creationId="{F8100D7A-F110-8FE0-BAB6-78D87BC0BF53}"/>
          </ac:spMkLst>
        </pc:spChg>
      </pc:sldChg>
      <pc:sldChg chg="modSp">
        <pc:chgData name="Zhang, Irving" userId="S::shz262@pitt.edu::fbcb148b-0e71-45e2-a7c3-509d417ff50c" providerId="AD" clId="Web-{ACB0C351-6E71-0A2F-B4C7-3CFAF53B2770}" dt="2026-04-16T16:18:27.546" v="9" actId="20577"/>
        <pc:sldMkLst>
          <pc:docMk/>
          <pc:sldMk cId="3127593947" sldId="266"/>
        </pc:sldMkLst>
        <pc:spChg chg="mod">
          <ac:chgData name="Zhang, Irving" userId="S::shz262@pitt.edu::fbcb148b-0e71-45e2-a7c3-509d417ff50c" providerId="AD" clId="Web-{ACB0C351-6E71-0A2F-B4C7-3CFAF53B2770}" dt="2026-04-16T16:18:27.546" v="9" actId="20577"/>
          <ac:spMkLst>
            <pc:docMk/>
            <pc:sldMk cId="3127593947" sldId="266"/>
            <ac:spMk id="3" creationId="{820C57D1-D785-73E5-4AF7-22561AC5C4F0}"/>
          </ac:spMkLst>
        </pc:spChg>
      </pc:sldChg>
    </pc:docChg>
  </pc:docChgLst>
  <pc:docChgLst>
    <pc:chgData name="Herbst, Alan E" userId="S::aeh103@pitt.edu::6defcfb4-ddae-4d46-8237-0eb5c5e36de8" providerId="AD" clId="Web-{DD12A209-DD9E-6524-0EE6-8C7D6100BA87}"/>
    <pc:docChg chg="modSld">
      <pc:chgData name="Herbst, Alan E" userId="S::aeh103@pitt.edu::6defcfb4-ddae-4d46-8237-0eb5c5e36de8" providerId="AD" clId="Web-{DD12A209-DD9E-6524-0EE6-8C7D6100BA87}" dt="2026-04-17T19:56:33.999" v="75" actId="20577"/>
      <pc:docMkLst>
        <pc:docMk/>
      </pc:docMkLst>
      <pc:sldChg chg="modSp">
        <pc:chgData name="Herbst, Alan E" userId="S::aeh103@pitt.edu::6defcfb4-ddae-4d46-8237-0eb5c5e36de8" providerId="AD" clId="Web-{DD12A209-DD9E-6524-0EE6-8C7D6100BA87}" dt="2026-04-17T19:56:33.999" v="75" actId="20577"/>
        <pc:sldMkLst>
          <pc:docMk/>
          <pc:sldMk cId="3738203400" sldId="262"/>
        </pc:sldMkLst>
        <pc:spChg chg="mod">
          <ac:chgData name="Herbst, Alan E" userId="S::aeh103@pitt.edu::6defcfb4-ddae-4d46-8237-0eb5c5e36de8" providerId="AD" clId="Web-{DD12A209-DD9E-6524-0EE6-8C7D6100BA87}" dt="2026-04-17T19:56:33.999" v="75" actId="20577"/>
          <ac:spMkLst>
            <pc:docMk/>
            <pc:sldMk cId="3738203400" sldId="262"/>
            <ac:spMk id="3" creationId="{D31AACBC-FA14-F4EA-160D-94D46CCFEE3E}"/>
          </ac:spMkLst>
        </pc:spChg>
      </pc:sldChg>
    </pc:docChg>
  </pc:docChgLst>
  <pc:docChgLst>
    <pc:chgData name="Bailey, Luke T" userId="S::ltb33@pitt.edu::f4b2d1e5-92f3-4a02-9ca1-f1dae69ab5bb" providerId="AD" clId="Web-{BCB14045-381B-39CB-985D-658E578C97ED}"/>
    <pc:docChg chg="modSld">
      <pc:chgData name="Bailey, Luke T" userId="S::ltb33@pitt.edu::f4b2d1e5-92f3-4a02-9ca1-f1dae69ab5bb" providerId="AD" clId="Web-{BCB14045-381B-39CB-985D-658E578C97ED}" dt="2026-04-19T21:46:00.872" v="14" actId="20577"/>
      <pc:docMkLst>
        <pc:docMk/>
      </pc:docMkLst>
      <pc:sldChg chg="modSp">
        <pc:chgData name="Bailey, Luke T" userId="S::ltb33@pitt.edu::f4b2d1e5-92f3-4a02-9ca1-f1dae69ab5bb" providerId="AD" clId="Web-{BCB14045-381B-39CB-985D-658E578C97ED}" dt="2026-04-19T21:46:00.872" v="14" actId="20577"/>
        <pc:sldMkLst>
          <pc:docMk/>
          <pc:sldMk cId="3509860642" sldId="259"/>
        </pc:sldMkLst>
        <pc:spChg chg="mod">
          <ac:chgData name="Bailey, Luke T" userId="S::ltb33@pitt.edu::f4b2d1e5-92f3-4a02-9ca1-f1dae69ab5bb" providerId="AD" clId="Web-{BCB14045-381B-39CB-985D-658E578C97ED}" dt="2026-04-19T21:46:00.872" v="14" actId="20577"/>
          <ac:spMkLst>
            <pc:docMk/>
            <pc:sldMk cId="3509860642" sldId="259"/>
            <ac:spMk id="3" creationId="{B437710A-70B3-7638-81E1-FCB6CDFD87A8}"/>
          </ac:spMkLst>
        </pc:spChg>
      </pc:sldChg>
    </pc:docChg>
  </pc:docChgLst>
  <pc:docChgLst>
    <pc:chgData name="Herbst, Alan E" userId="S::aeh103@pitt.edu::6defcfb4-ddae-4d46-8237-0eb5c5e36de8" providerId="AD" clId="Web-{A2453EE3-BF38-90A0-5525-2534B888CC64}"/>
    <pc:docChg chg="modSld">
      <pc:chgData name="Herbst, Alan E" userId="S::aeh103@pitt.edu::6defcfb4-ddae-4d46-8237-0eb5c5e36de8" providerId="AD" clId="Web-{A2453EE3-BF38-90A0-5525-2534B888CC64}" dt="2026-04-21T17:52:00.765" v="113" actId="20577"/>
      <pc:docMkLst>
        <pc:docMk/>
      </pc:docMkLst>
      <pc:sldChg chg="addSp modSp">
        <pc:chgData name="Herbst, Alan E" userId="S::aeh103@pitt.edu::6defcfb4-ddae-4d46-8237-0eb5c5e36de8" providerId="AD" clId="Web-{A2453EE3-BF38-90A0-5525-2534B888CC64}" dt="2026-04-21T17:52:00.765" v="113" actId="20577"/>
        <pc:sldMkLst>
          <pc:docMk/>
          <pc:sldMk cId="3889288744" sldId="264"/>
        </pc:sldMkLst>
        <pc:spChg chg="mod">
          <ac:chgData name="Herbst, Alan E" userId="S::aeh103@pitt.edu::6defcfb4-ddae-4d46-8237-0eb5c5e36de8" providerId="AD" clId="Web-{A2453EE3-BF38-90A0-5525-2534B888CC64}" dt="2026-04-21T17:34:58.024" v="18" actId="20577"/>
          <ac:spMkLst>
            <pc:docMk/>
            <pc:sldMk cId="3889288744" sldId="264"/>
            <ac:spMk id="3" creationId="{7B8DA65E-1295-3E21-5EF9-41CFF6101B9B}"/>
          </ac:spMkLst>
        </pc:spChg>
        <pc:spChg chg="add mod">
          <ac:chgData name="Herbst, Alan E" userId="S::aeh103@pitt.edu::6defcfb4-ddae-4d46-8237-0eb5c5e36de8" providerId="AD" clId="Web-{A2453EE3-BF38-90A0-5525-2534B888CC64}" dt="2026-04-21T17:49:53.780" v="92" actId="1076"/>
          <ac:spMkLst>
            <pc:docMk/>
            <pc:sldMk cId="3889288744" sldId="264"/>
            <ac:spMk id="5" creationId="{B7DA28E4-4BDB-EECE-078E-5F8570AE6FDA}"/>
          </ac:spMkLst>
        </pc:spChg>
        <pc:spChg chg="mod">
          <ac:chgData name="Herbst, Alan E" userId="S::aeh103@pitt.edu::6defcfb4-ddae-4d46-8237-0eb5c5e36de8" providerId="AD" clId="Web-{A2453EE3-BF38-90A0-5525-2534B888CC64}" dt="2026-04-21T17:34:49.805" v="14" actId="20577"/>
          <ac:spMkLst>
            <pc:docMk/>
            <pc:sldMk cId="3889288744" sldId="264"/>
            <ac:spMk id="6" creationId="{F2FA6D52-4240-D548-ACBB-0B5406FEADCD}"/>
          </ac:spMkLst>
        </pc:spChg>
        <pc:spChg chg="mod">
          <ac:chgData name="Herbst, Alan E" userId="S::aeh103@pitt.edu::6defcfb4-ddae-4d46-8237-0eb5c5e36de8" providerId="AD" clId="Web-{A2453EE3-BF38-90A0-5525-2534B888CC64}" dt="2026-04-21T17:51:01.077" v="94" actId="1076"/>
          <ac:spMkLst>
            <pc:docMk/>
            <pc:sldMk cId="3889288744" sldId="264"/>
            <ac:spMk id="8" creationId="{0E31C8DD-058C-D4AB-D790-59F410B4C752}"/>
          </ac:spMkLst>
        </pc:spChg>
        <pc:spChg chg="add mod">
          <ac:chgData name="Herbst, Alan E" userId="S::aeh103@pitt.edu::6defcfb4-ddae-4d46-8237-0eb5c5e36de8" providerId="AD" clId="Web-{A2453EE3-BF38-90A0-5525-2534B888CC64}" dt="2026-04-21T17:52:00.765" v="113" actId="20577"/>
          <ac:spMkLst>
            <pc:docMk/>
            <pc:sldMk cId="3889288744" sldId="264"/>
            <ac:spMk id="10" creationId="{EBDEEB13-B876-833B-35D9-7572DDF375A8}"/>
          </ac:spMkLst>
        </pc:spChg>
        <pc:picChg chg="mod">
          <ac:chgData name="Herbst, Alan E" userId="S::aeh103@pitt.edu::6defcfb4-ddae-4d46-8237-0eb5c5e36de8" providerId="AD" clId="Web-{A2453EE3-BF38-90A0-5525-2534B888CC64}" dt="2026-04-21T17:51:05.562" v="95" actId="1076"/>
          <ac:picMkLst>
            <pc:docMk/>
            <pc:sldMk cId="3889288744" sldId="264"/>
            <ac:picMk id="7" creationId="{A54E414B-842E-E143-389D-CB67D3A3FBC4}"/>
          </ac:picMkLst>
        </pc:picChg>
      </pc:sldChg>
      <pc:sldChg chg="modSp">
        <pc:chgData name="Herbst, Alan E" userId="S::aeh103@pitt.edu::6defcfb4-ddae-4d46-8237-0eb5c5e36de8" providerId="AD" clId="Web-{A2453EE3-BF38-90A0-5525-2534B888CC64}" dt="2026-04-21T17:39:11.776" v="60" actId="20577"/>
        <pc:sldMkLst>
          <pc:docMk/>
          <pc:sldMk cId="1500129038" sldId="267"/>
        </pc:sldMkLst>
        <pc:spChg chg="mod">
          <ac:chgData name="Herbst, Alan E" userId="S::aeh103@pitt.edu::6defcfb4-ddae-4d46-8237-0eb5c5e36de8" providerId="AD" clId="Web-{A2453EE3-BF38-90A0-5525-2534B888CC64}" dt="2026-04-21T17:39:11.776" v="60" actId="20577"/>
          <ac:spMkLst>
            <pc:docMk/>
            <pc:sldMk cId="1500129038" sldId="267"/>
            <ac:spMk id="3" creationId="{410AFFC0-D4C9-42D5-7464-6A7446175C5D}"/>
          </ac:spMkLst>
        </pc:spChg>
      </pc:sldChg>
    </pc:docChg>
  </pc:docChgLst>
  <pc:docChgLst>
    <pc:chgData name="Bailey, Luke T" userId="S::ltb33@pitt.edu::f4b2d1e5-92f3-4a02-9ca1-f1dae69ab5bb" providerId="AD" clId="Web-{7913ADF4-7956-F7AE-4B64-9A5635FF8E66}"/>
    <pc:docChg chg="modSld">
      <pc:chgData name="Bailey, Luke T" userId="S::ltb33@pitt.edu::f4b2d1e5-92f3-4a02-9ca1-f1dae69ab5bb" providerId="AD" clId="Web-{7913ADF4-7956-F7AE-4B64-9A5635FF8E66}" dt="2026-04-17T18:09:09.622" v="3" actId="1076"/>
      <pc:docMkLst>
        <pc:docMk/>
      </pc:docMkLst>
      <pc:sldChg chg="addSp modSp">
        <pc:chgData name="Bailey, Luke T" userId="S::ltb33@pitt.edu::f4b2d1e5-92f3-4a02-9ca1-f1dae69ab5bb" providerId="AD" clId="Web-{7913ADF4-7956-F7AE-4B64-9A5635FF8E66}" dt="2026-04-17T18:09:09.622" v="3" actId="1076"/>
        <pc:sldMkLst>
          <pc:docMk/>
          <pc:sldMk cId="1382585135" sldId="260"/>
        </pc:sldMkLst>
        <pc:picChg chg="add mod">
          <ac:chgData name="Bailey, Luke T" userId="S::ltb33@pitt.edu::f4b2d1e5-92f3-4a02-9ca1-f1dae69ab5bb" providerId="AD" clId="Web-{7913ADF4-7956-F7AE-4B64-9A5635FF8E66}" dt="2026-04-17T18:09:09.622" v="3" actId="1076"/>
          <ac:picMkLst>
            <pc:docMk/>
            <pc:sldMk cId="1382585135" sldId="260"/>
            <ac:picMk id="4" creationId="{43D1E8C2-41E9-4CF2-F1E8-6EB8156320B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itt-my.sharepoint.com/personal/shz262_pitt_edu/Documents/MEMS%201042/Project/test_5%20-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itt-my.sharepoint.com/personal/shz262_pitt_edu/Documents/MEMS%201042/Project/test_5%20-%20Cop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itt-my.sharepoint.com/personal/shz262_pitt_edu/Documents/MEMS%201042/Project/test_5%20-%20Cop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Temperature vs.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Sheet1!G1</c:f>
              <c:strCache>
                <c:ptCount val="1"/>
                <c:pt idx="0">
                  <c:v>T_s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solidFill>
                  <a:srgbClr val="FFFFFF"/>
                </a:solidFill>
                <a:prstDash val="solid"/>
              </a:ln>
              <a:effectLst/>
            </c:spPr>
          </c:marker>
          <c:xVal>
            <c:numRef>
              <c:f>Sheet1!$F$2:$F$147</c:f>
              <c:numCache>
                <c:formatCode>General</c:formatCode>
                <c:ptCount val="146"/>
                <c:pt idx="0">
                  <c:v>0</c:v>
                </c:pt>
                <c:pt idx="1">
                  <c:v>0.40899999999999892</c:v>
                </c:pt>
                <c:pt idx="2">
                  <c:v>0.87100000000000222</c:v>
                </c:pt>
                <c:pt idx="3">
                  <c:v>1.2759999999999998</c:v>
                </c:pt>
                <c:pt idx="4">
                  <c:v>1.6660000000000004</c:v>
                </c:pt>
                <c:pt idx="5">
                  <c:v>2.0700000000000003</c:v>
                </c:pt>
                <c:pt idx="6">
                  <c:v>2.5070000000000014</c:v>
                </c:pt>
                <c:pt idx="7">
                  <c:v>2.8719999999999999</c:v>
                </c:pt>
                <c:pt idx="8">
                  <c:v>3.2839999999999989</c:v>
                </c:pt>
                <c:pt idx="9">
                  <c:v>3.6939999999999991</c:v>
                </c:pt>
                <c:pt idx="10">
                  <c:v>4.1389999999999993</c:v>
                </c:pt>
                <c:pt idx="11">
                  <c:v>4.5440000000000005</c:v>
                </c:pt>
                <c:pt idx="12">
                  <c:v>4.9250000000000007</c:v>
                </c:pt>
                <c:pt idx="13">
                  <c:v>5.3350000000000009</c:v>
                </c:pt>
                <c:pt idx="14">
                  <c:v>5.772000000000002</c:v>
                </c:pt>
                <c:pt idx="15">
                  <c:v>6.1539999999999999</c:v>
                </c:pt>
                <c:pt idx="16">
                  <c:v>6.5629999999999988</c:v>
                </c:pt>
                <c:pt idx="17">
                  <c:v>7.02</c:v>
                </c:pt>
                <c:pt idx="18">
                  <c:v>7.3870000000000005</c:v>
                </c:pt>
                <c:pt idx="19">
                  <c:v>7.7959999999999994</c:v>
                </c:pt>
                <c:pt idx="20">
                  <c:v>8.2490000000000023</c:v>
                </c:pt>
                <c:pt idx="21">
                  <c:v>8.6140000000000008</c:v>
                </c:pt>
                <c:pt idx="22">
                  <c:v>9.0600000000000023</c:v>
                </c:pt>
                <c:pt idx="23">
                  <c:v>9.4650000000000034</c:v>
                </c:pt>
                <c:pt idx="24">
                  <c:v>9.8719999999999999</c:v>
                </c:pt>
                <c:pt idx="25">
                  <c:v>10.256999999999998</c:v>
                </c:pt>
                <c:pt idx="26">
                  <c:v>10.698999999999998</c:v>
                </c:pt>
                <c:pt idx="27">
                  <c:v>11.103000000000002</c:v>
                </c:pt>
                <c:pt idx="28">
                  <c:v>11.508000000000003</c:v>
                </c:pt>
                <c:pt idx="29">
                  <c:v>11.927999999999997</c:v>
                </c:pt>
                <c:pt idx="30">
                  <c:v>12.347000000000001</c:v>
                </c:pt>
                <c:pt idx="31">
                  <c:v>12.718000000000004</c:v>
                </c:pt>
                <c:pt idx="32">
                  <c:v>13.155999999999999</c:v>
                </c:pt>
                <c:pt idx="33">
                  <c:v>13.561999999999998</c:v>
                </c:pt>
                <c:pt idx="34">
                  <c:v>13.983000000000004</c:v>
                </c:pt>
                <c:pt idx="35">
                  <c:v>14.387999999999998</c:v>
                </c:pt>
                <c:pt idx="36">
                  <c:v>14.808</c:v>
                </c:pt>
                <c:pt idx="37">
                  <c:v>15.180999999999997</c:v>
                </c:pt>
                <c:pt idx="38">
                  <c:v>15.619999999999997</c:v>
                </c:pt>
                <c:pt idx="39">
                  <c:v>16.041000000000004</c:v>
                </c:pt>
                <c:pt idx="40">
                  <c:v>16.410000000000004</c:v>
                </c:pt>
                <c:pt idx="41">
                  <c:v>16.819000000000003</c:v>
                </c:pt>
                <c:pt idx="42">
                  <c:v>17.233000000000004</c:v>
                </c:pt>
                <c:pt idx="43">
                  <c:v>17.677</c:v>
                </c:pt>
                <c:pt idx="44">
                  <c:v>18.082000000000001</c:v>
                </c:pt>
                <c:pt idx="45">
                  <c:v>18.487000000000002</c:v>
                </c:pt>
                <c:pt idx="46">
                  <c:v>18.892000000000003</c:v>
                </c:pt>
                <c:pt idx="47">
                  <c:v>19.313000000000002</c:v>
                </c:pt>
                <c:pt idx="48">
                  <c:v>19.718000000000004</c:v>
                </c:pt>
                <c:pt idx="49">
                  <c:v>20.14</c:v>
                </c:pt>
                <c:pt idx="50">
                  <c:v>20.514000000000003</c:v>
                </c:pt>
                <c:pt idx="51">
                  <c:v>20.948</c:v>
                </c:pt>
                <c:pt idx="52">
                  <c:v>21.368000000000002</c:v>
                </c:pt>
                <c:pt idx="53">
                  <c:v>21.786999999999999</c:v>
                </c:pt>
                <c:pt idx="54">
                  <c:v>22.152000000000001</c:v>
                </c:pt>
                <c:pt idx="55">
                  <c:v>22.582000000000001</c:v>
                </c:pt>
                <c:pt idx="56">
                  <c:v>23.003999999999998</c:v>
                </c:pt>
                <c:pt idx="57">
                  <c:v>23.423999999999999</c:v>
                </c:pt>
                <c:pt idx="58">
                  <c:v>23.795000000000002</c:v>
                </c:pt>
                <c:pt idx="59">
                  <c:v>24.219000000000001</c:v>
                </c:pt>
                <c:pt idx="60">
                  <c:v>24.613</c:v>
                </c:pt>
                <c:pt idx="61">
                  <c:v>25.027000000000001</c:v>
                </c:pt>
                <c:pt idx="62">
                  <c:v>25.477000000000004</c:v>
                </c:pt>
                <c:pt idx="63">
                  <c:v>25.866999999999997</c:v>
                </c:pt>
                <c:pt idx="64">
                  <c:v>26.271999999999998</c:v>
                </c:pt>
                <c:pt idx="65">
                  <c:v>26.666000000000004</c:v>
                </c:pt>
                <c:pt idx="66">
                  <c:v>27.113999999999997</c:v>
                </c:pt>
                <c:pt idx="67">
                  <c:v>27.484999999999999</c:v>
                </c:pt>
                <c:pt idx="68">
                  <c:v>27.898000000000003</c:v>
                </c:pt>
                <c:pt idx="69">
                  <c:v>28.308</c:v>
                </c:pt>
                <c:pt idx="70">
                  <c:v>28.716999999999999</c:v>
                </c:pt>
                <c:pt idx="71">
                  <c:v>29.155999999999999</c:v>
                </c:pt>
                <c:pt idx="72">
                  <c:v>29.561999999999998</c:v>
                </c:pt>
                <c:pt idx="73">
                  <c:v>29.980000000000004</c:v>
                </c:pt>
                <c:pt idx="74">
                  <c:v>30.386000000000003</c:v>
                </c:pt>
                <c:pt idx="75">
                  <c:v>30.792000000000002</c:v>
                </c:pt>
                <c:pt idx="76">
                  <c:v>31.213999999999999</c:v>
                </c:pt>
                <c:pt idx="77">
                  <c:v>31.633000000000003</c:v>
                </c:pt>
                <c:pt idx="78">
                  <c:v>32.04</c:v>
                </c:pt>
                <c:pt idx="79">
                  <c:v>32.43</c:v>
                </c:pt>
                <c:pt idx="80">
                  <c:v>32.85</c:v>
                </c:pt>
                <c:pt idx="81">
                  <c:v>33.271999999999998</c:v>
                </c:pt>
                <c:pt idx="82">
                  <c:v>33.64</c:v>
                </c:pt>
                <c:pt idx="83">
                  <c:v>34.096000000000004</c:v>
                </c:pt>
                <c:pt idx="84">
                  <c:v>34.46</c:v>
                </c:pt>
                <c:pt idx="85">
                  <c:v>34.869</c:v>
                </c:pt>
                <c:pt idx="86">
                  <c:v>35.279000000000003</c:v>
                </c:pt>
                <c:pt idx="87">
                  <c:v>35.716000000000001</c:v>
                </c:pt>
                <c:pt idx="88">
                  <c:v>36.122999999999998</c:v>
                </c:pt>
                <c:pt idx="89">
                  <c:v>36.512</c:v>
                </c:pt>
                <c:pt idx="90">
                  <c:v>36.966000000000001</c:v>
                </c:pt>
                <c:pt idx="91">
                  <c:v>37.331000000000003</c:v>
                </c:pt>
                <c:pt idx="92">
                  <c:v>37.74</c:v>
                </c:pt>
                <c:pt idx="93">
                  <c:v>38.179000000000002</c:v>
                </c:pt>
                <c:pt idx="94">
                  <c:v>38.585999999999999</c:v>
                </c:pt>
                <c:pt idx="95">
                  <c:v>39.003999999999998</c:v>
                </c:pt>
                <c:pt idx="96">
                  <c:v>39.423000000000002</c:v>
                </c:pt>
                <c:pt idx="97">
                  <c:v>39.792000000000002</c:v>
                </c:pt>
                <c:pt idx="98">
                  <c:v>40.201000000000001</c:v>
                </c:pt>
                <c:pt idx="99">
                  <c:v>40.655000000000001</c:v>
                </c:pt>
                <c:pt idx="100">
                  <c:v>41.02</c:v>
                </c:pt>
                <c:pt idx="101">
                  <c:v>41.465999999999994</c:v>
                </c:pt>
                <c:pt idx="102">
                  <c:v>41.887</c:v>
                </c:pt>
                <c:pt idx="103">
                  <c:v>42.292000000000002</c:v>
                </c:pt>
                <c:pt idx="104">
                  <c:v>42.664000000000001</c:v>
                </c:pt>
                <c:pt idx="105">
                  <c:v>43.117000000000004</c:v>
                </c:pt>
                <c:pt idx="106">
                  <c:v>43.483000000000004</c:v>
                </c:pt>
                <c:pt idx="107">
                  <c:v>43.891999999999996</c:v>
                </c:pt>
                <c:pt idx="108">
                  <c:v>44.332000000000008</c:v>
                </c:pt>
                <c:pt idx="109">
                  <c:v>44.751999999999995</c:v>
                </c:pt>
                <c:pt idx="110">
                  <c:v>45.125</c:v>
                </c:pt>
                <c:pt idx="111">
                  <c:v>45.576999999999998</c:v>
                </c:pt>
                <c:pt idx="112">
                  <c:v>45.981999999999999</c:v>
                </c:pt>
                <c:pt idx="113">
                  <c:v>46.387</c:v>
                </c:pt>
                <c:pt idx="114">
                  <c:v>46.807000000000002</c:v>
                </c:pt>
                <c:pt idx="115">
                  <c:v>47.176000000000002</c:v>
                </c:pt>
                <c:pt idx="116">
                  <c:v>47.616</c:v>
                </c:pt>
                <c:pt idx="117">
                  <c:v>48.034000000000006</c:v>
                </c:pt>
                <c:pt idx="118">
                  <c:v>48.44</c:v>
                </c:pt>
                <c:pt idx="119">
                  <c:v>48.844000000000008</c:v>
                </c:pt>
                <c:pt idx="120">
                  <c:v>49.265000000000001</c:v>
                </c:pt>
                <c:pt idx="121">
                  <c:v>49.638000000000005</c:v>
                </c:pt>
                <c:pt idx="122">
                  <c:v>50.09</c:v>
                </c:pt>
                <c:pt idx="123">
                  <c:v>50.477999999999994</c:v>
                </c:pt>
                <c:pt idx="124">
                  <c:v>50.885000000000005</c:v>
                </c:pt>
                <c:pt idx="125">
                  <c:v>51.304999999999993</c:v>
                </c:pt>
                <c:pt idx="126">
                  <c:v>51.707999999999998</c:v>
                </c:pt>
                <c:pt idx="127">
                  <c:v>52.100000000000009</c:v>
                </c:pt>
                <c:pt idx="128">
                  <c:v>52.509</c:v>
                </c:pt>
                <c:pt idx="129">
                  <c:v>52.951999999999998</c:v>
                </c:pt>
                <c:pt idx="130">
                  <c:v>53.358000000000004</c:v>
                </c:pt>
                <c:pt idx="131">
                  <c:v>53.783000000000001</c:v>
                </c:pt>
                <c:pt idx="132">
                  <c:v>54.189000000000007</c:v>
                </c:pt>
                <c:pt idx="133">
                  <c:v>54.594000000000008</c:v>
                </c:pt>
                <c:pt idx="134">
                  <c:v>55.015000000000001</c:v>
                </c:pt>
                <c:pt idx="135">
                  <c:v>55.42</c:v>
                </c:pt>
                <c:pt idx="136">
                  <c:v>55.790999999999997</c:v>
                </c:pt>
                <c:pt idx="137">
                  <c:v>56.219000000000008</c:v>
                </c:pt>
                <c:pt idx="138">
                  <c:v>56.638000000000005</c:v>
                </c:pt>
                <c:pt idx="139">
                  <c:v>57.058999999999997</c:v>
                </c:pt>
                <c:pt idx="140">
                  <c:v>57.435000000000002</c:v>
                </c:pt>
                <c:pt idx="141">
                  <c:v>57.874000000000009</c:v>
                </c:pt>
                <c:pt idx="142">
                  <c:v>58.292000000000002</c:v>
                </c:pt>
                <c:pt idx="143">
                  <c:v>58.697000000000003</c:v>
                </c:pt>
                <c:pt idx="144">
                  <c:v>59.102999999999994</c:v>
                </c:pt>
                <c:pt idx="145">
                  <c:v>59.509</c:v>
                </c:pt>
              </c:numCache>
            </c:numRef>
          </c:xVal>
          <c:yVal>
            <c:numRef>
              <c:f>Sheet1!$G$2:$G$147</c:f>
              <c:numCache>
                <c:formatCode>General</c:formatCode>
                <c:ptCount val="146"/>
                <c:pt idx="0">
                  <c:v>24.16</c:v>
                </c:pt>
                <c:pt idx="1">
                  <c:v>24.16</c:v>
                </c:pt>
                <c:pt idx="2">
                  <c:v>24.16</c:v>
                </c:pt>
                <c:pt idx="3">
                  <c:v>24.16</c:v>
                </c:pt>
                <c:pt idx="4">
                  <c:v>24.16</c:v>
                </c:pt>
                <c:pt idx="5">
                  <c:v>24.16</c:v>
                </c:pt>
                <c:pt idx="6">
                  <c:v>24.2</c:v>
                </c:pt>
                <c:pt idx="7">
                  <c:v>24.16</c:v>
                </c:pt>
                <c:pt idx="8">
                  <c:v>24.16</c:v>
                </c:pt>
                <c:pt idx="9">
                  <c:v>24.16</c:v>
                </c:pt>
                <c:pt idx="10">
                  <c:v>24.16</c:v>
                </c:pt>
                <c:pt idx="11">
                  <c:v>24.2</c:v>
                </c:pt>
                <c:pt idx="12">
                  <c:v>24.16</c:v>
                </c:pt>
                <c:pt idx="13">
                  <c:v>24.2</c:v>
                </c:pt>
                <c:pt idx="14">
                  <c:v>24.2</c:v>
                </c:pt>
                <c:pt idx="15">
                  <c:v>24.16</c:v>
                </c:pt>
                <c:pt idx="16">
                  <c:v>24.16</c:v>
                </c:pt>
                <c:pt idx="17">
                  <c:v>24.2</c:v>
                </c:pt>
                <c:pt idx="18">
                  <c:v>24.2</c:v>
                </c:pt>
                <c:pt idx="19">
                  <c:v>24.2</c:v>
                </c:pt>
                <c:pt idx="20">
                  <c:v>24.2</c:v>
                </c:pt>
                <c:pt idx="21">
                  <c:v>24.16</c:v>
                </c:pt>
                <c:pt idx="22">
                  <c:v>24.2</c:v>
                </c:pt>
                <c:pt idx="23">
                  <c:v>24.2</c:v>
                </c:pt>
                <c:pt idx="24">
                  <c:v>24.2</c:v>
                </c:pt>
                <c:pt idx="25">
                  <c:v>24.2</c:v>
                </c:pt>
                <c:pt idx="26">
                  <c:v>24.16</c:v>
                </c:pt>
                <c:pt idx="27">
                  <c:v>24.2</c:v>
                </c:pt>
                <c:pt idx="28">
                  <c:v>24.2</c:v>
                </c:pt>
                <c:pt idx="29">
                  <c:v>24.16</c:v>
                </c:pt>
                <c:pt idx="30">
                  <c:v>24.16</c:v>
                </c:pt>
                <c:pt idx="31">
                  <c:v>24.2</c:v>
                </c:pt>
                <c:pt idx="32">
                  <c:v>24.2</c:v>
                </c:pt>
                <c:pt idx="33">
                  <c:v>24.16</c:v>
                </c:pt>
                <c:pt idx="34">
                  <c:v>24.2</c:v>
                </c:pt>
                <c:pt idx="35">
                  <c:v>24.16</c:v>
                </c:pt>
                <c:pt idx="36">
                  <c:v>24.16</c:v>
                </c:pt>
                <c:pt idx="37">
                  <c:v>24.2</c:v>
                </c:pt>
                <c:pt idx="38">
                  <c:v>24.16</c:v>
                </c:pt>
                <c:pt idx="39">
                  <c:v>24.2</c:v>
                </c:pt>
                <c:pt idx="40">
                  <c:v>24.16</c:v>
                </c:pt>
                <c:pt idx="41">
                  <c:v>24.16</c:v>
                </c:pt>
                <c:pt idx="42">
                  <c:v>24.16</c:v>
                </c:pt>
                <c:pt idx="43">
                  <c:v>24.2</c:v>
                </c:pt>
                <c:pt idx="44">
                  <c:v>24.2</c:v>
                </c:pt>
                <c:pt idx="45">
                  <c:v>24.2</c:v>
                </c:pt>
                <c:pt idx="46">
                  <c:v>24.2</c:v>
                </c:pt>
                <c:pt idx="47">
                  <c:v>24.2</c:v>
                </c:pt>
                <c:pt idx="48">
                  <c:v>24.16</c:v>
                </c:pt>
                <c:pt idx="49">
                  <c:v>24.16</c:v>
                </c:pt>
                <c:pt idx="50">
                  <c:v>24.16</c:v>
                </c:pt>
                <c:pt idx="51">
                  <c:v>24.2</c:v>
                </c:pt>
                <c:pt idx="52">
                  <c:v>24.16</c:v>
                </c:pt>
                <c:pt idx="53">
                  <c:v>24.16</c:v>
                </c:pt>
                <c:pt idx="54">
                  <c:v>24.2</c:v>
                </c:pt>
                <c:pt idx="55">
                  <c:v>24.16</c:v>
                </c:pt>
                <c:pt idx="56">
                  <c:v>24.16</c:v>
                </c:pt>
                <c:pt idx="57">
                  <c:v>24.2</c:v>
                </c:pt>
                <c:pt idx="58">
                  <c:v>24.2</c:v>
                </c:pt>
                <c:pt idx="59">
                  <c:v>24.16</c:v>
                </c:pt>
                <c:pt idx="60">
                  <c:v>24.16</c:v>
                </c:pt>
                <c:pt idx="61">
                  <c:v>24.16</c:v>
                </c:pt>
                <c:pt idx="62">
                  <c:v>24.16</c:v>
                </c:pt>
                <c:pt idx="63">
                  <c:v>24.16</c:v>
                </c:pt>
                <c:pt idx="64">
                  <c:v>24.16</c:v>
                </c:pt>
                <c:pt idx="65">
                  <c:v>24.16</c:v>
                </c:pt>
                <c:pt idx="66">
                  <c:v>24.2</c:v>
                </c:pt>
                <c:pt idx="67">
                  <c:v>24.16</c:v>
                </c:pt>
                <c:pt idx="68">
                  <c:v>24.16</c:v>
                </c:pt>
                <c:pt idx="69">
                  <c:v>24.16</c:v>
                </c:pt>
                <c:pt idx="70">
                  <c:v>24.16</c:v>
                </c:pt>
                <c:pt idx="71">
                  <c:v>24.16</c:v>
                </c:pt>
                <c:pt idx="72">
                  <c:v>24.16</c:v>
                </c:pt>
                <c:pt idx="73">
                  <c:v>24.2</c:v>
                </c:pt>
                <c:pt idx="74">
                  <c:v>24.2</c:v>
                </c:pt>
                <c:pt idx="75">
                  <c:v>24.16</c:v>
                </c:pt>
                <c:pt idx="76">
                  <c:v>24.16</c:v>
                </c:pt>
                <c:pt idx="77">
                  <c:v>24.13</c:v>
                </c:pt>
                <c:pt idx="78">
                  <c:v>24.2</c:v>
                </c:pt>
                <c:pt idx="79">
                  <c:v>24.16</c:v>
                </c:pt>
                <c:pt idx="80">
                  <c:v>24.16</c:v>
                </c:pt>
                <c:pt idx="81">
                  <c:v>24.16</c:v>
                </c:pt>
                <c:pt idx="82">
                  <c:v>24.16</c:v>
                </c:pt>
                <c:pt idx="83">
                  <c:v>24.16</c:v>
                </c:pt>
                <c:pt idx="84">
                  <c:v>24.16</c:v>
                </c:pt>
                <c:pt idx="85">
                  <c:v>24.16</c:v>
                </c:pt>
                <c:pt idx="86">
                  <c:v>24.16</c:v>
                </c:pt>
                <c:pt idx="87">
                  <c:v>24.16</c:v>
                </c:pt>
                <c:pt idx="88">
                  <c:v>24.16</c:v>
                </c:pt>
                <c:pt idx="89">
                  <c:v>24.16</c:v>
                </c:pt>
                <c:pt idx="90">
                  <c:v>24.16</c:v>
                </c:pt>
                <c:pt idx="91">
                  <c:v>24.13</c:v>
                </c:pt>
                <c:pt idx="92">
                  <c:v>24.16</c:v>
                </c:pt>
                <c:pt idx="93">
                  <c:v>24.13</c:v>
                </c:pt>
                <c:pt idx="94">
                  <c:v>24.13</c:v>
                </c:pt>
                <c:pt idx="95">
                  <c:v>24.16</c:v>
                </c:pt>
                <c:pt idx="96">
                  <c:v>24.16</c:v>
                </c:pt>
                <c:pt idx="97">
                  <c:v>24.13</c:v>
                </c:pt>
                <c:pt idx="98">
                  <c:v>24.13</c:v>
                </c:pt>
                <c:pt idx="99">
                  <c:v>24.16</c:v>
                </c:pt>
                <c:pt idx="100">
                  <c:v>24.16</c:v>
                </c:pt>
                <c:pt idx="101">
                  <c:v>24.16</c:v>
                </c:pt>
                <c:pt idx="102">
                  <c:v>24.13</c:v>
                </c:pt>
                <c:pt idx="103">
                  <c:v>24.13</c:v>
                </c:pt>
                <c:pt idx="104">
                  <c:v>24.13</c:v>
                </c:pt>
                <c:pt idx="105">
                  <c:v>24.13</c:v>
                </c:pt>
                <c:pt idx="106">
                  <c:v>24.1</c:v>
                </c:pt>
                <c:pt idx="107">
                  <c:v>24.16</c:v>
                </c:pt>
                <c:pt idx="108">
                  <c:v>24.16</c:v>
                </c:pt>
                <c:pt idx="109">
                  <c:v>24.13</c:v>
                </c:pt>
                <c:pt idx="110">
                  <c:v>24.1</c:v>
                </c:pt>
                <c:pt idx="111">
                  <c:v>24.13</c:v>
                </c:pt>
                <c:pt idx="112">
                  <c:v>24.13</c:v>
                </c:pt>
                <c:pt idx="113">
                  <c:v>24.13</c:v>
                </c:pt>
                <c:pt idx="114">
                  <c:v>24.13</c:v>
                </c:pt>
                <c:pt idx="115">
                  <c:v>24.1</c:v>
                </c:pt>
                <c:pt idx="116">
                  <c:v>24.13</c:v>
                </c:pt>
                <c:pt idx="117">
                  <c:v>24.13</c:v>
                </c:pt>
                <c:pt idx="118">
                  <c:v>24.13</c:v>
                </c:pt>
                <c:pt idx="119">
                  <c:v>24.13</c:v>
                </c:pt>
                <c:pt idx="120">
                  <c:v>24.13</c:v>
                </c:pt>
                <c:pt idx="121">
                  <c:v>24.13</c:v>
                </c:pt>
                <c:pt idx="122">
                  <c:v>24.13</c:v>
                </c:pt>
                <c:pt idx="123">
                  <c:v>24.13</c:v>
                </c:pt>
                <c:pt idx="124">
                  <c:v>24.1</c:v>
                </c:pt>
                <c:pt idx="125">
                  <c:v>24.13</c:v>
                </c:pt>
                <c:pt idx="126">
                  <c:v>24.13</c:v>
                </c:pt>
                <c:pt idx="127">
                  <c:v>24.1</c:v>
                </c:pt>
                <c:pt idx="128">
                  <c:v>24.13</c:v>
                </c:pt>
                <c:pt idx="129">
                  <c:v>24.13</c:v>
                </c:pt>
                <c:pt idx="130">
                  <c:v>24.13</c:v>
                </c:pt>
                <c:pt idx="131">
                  <c:v>24.13</c:v>
                </c:pt>
                <c:pt idx="132">
                  <c:v>24.13</c:v>
                </c:pt>
                <c:pt idx="133">
                  <c:v>24.13</c:v>
                </c:pt>
                <c:pt idx="134">
                  <c:v>24.13</c:v>
                </c:pt>
                <c:pt idx="135">
                  <c:v>24.13</c:v>
                </c:pt>
                <c:pt idx="136">
                  <c:v>24.13</c:v>
                </c:pt>
                <c:pt idx="137">
                  <c:v>24.13</c:v>
                </c:pt>
                <c:pt idx="138">
                  <c:v>24.1</c:v>
                </c:pt>
                <c:pt idx="139">
                  <c:v>24.13</c:v>
                </c:pt>
                <c:pt idx="140">
                  <c:v>24.13</c:v>
                </c:pt>
                <c:pt idx="141">
                  <c:v>24.13</c:v>
                </c:pt>
                <c:pt idx="142">
                  <c:v>24.16</c:v>
                </c:pt>
                <c:pt idx="143">
                  <c:v>24.13</c:v>
                </c:pt>
                <c:pt idx="144">
                  <c:v>24.13</c:v>
                </c:pt>
                <c:pt idx="145">
                  <c:v>24.13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2EE-42E4-956B-2172D15872EF}"/>
            </c:ext>
          </c:extLst>
        </c:ser>
        <c:ser>
          <c:idx val="1"/>
          <c:order val="1"/>
          <c:tx>
            <c:strRef>
              <c:f>Sheet1!H1</c:f>
              <c:strCache>
                <c:ptCount val="1"/>
                <c:pt idx="0">
                  <c:v>T_inf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9525">
                <a:solidFill>
                  <a:srgbClr val="FFFFFF"/>
                </a:solidFill>
                <a:prstDash val="solid"/>
              </a:ln>
              <a:effectLst/>
            </c:spPr>
          </c:marker>
          <c:xVal>
            <c:numRef>
              <c:f>Sheet1!$F$2:$F$147</c:f>
              <c:numCache>
                <c:formatCode>General</c:formatCode>
                <c:ptCount val="146"/>
                <c:pt idx="0">
                  <c:v>0</c:v>
                </c:pt>
                <c:pt idx="1">
                  <c:v>0.40899999999999892</c:v>
                </c:pt>
                <c:pt idx="2">
                  <c:v>0.87100000000000222</c:v>
                </c:pt>
                <c:pt idx="3">
                  <c:v>1.2759999999999998</c:v>
                </c:pt>
                <c:pt idx="4">
                  <c:v>1.6660000000000004</c:v>
                </c:pt>
                <c:pt idx="5">
                  <c:v>2.0700000000000003</c:v>
                </c:pt>
                <c:pt idx="6">
                  <c:v>2.5070000000000014</c:v>
                </c:pt>
                <c:pt idx="7">
                  <c:v>2.8719999999999999</c:v>
                </c:pt>
                <c:pt idx="8">
                  <c:v>3.2839999999999989</c:v>
                </c:pt>
                <c:pt idx="9">
                  <c:v>3.6939999999999991</c:v>
                </c:pt>
                <c:pt idx="10">
                  <c:v>4.1389999999999993</c:v>
                </c:pt>
                <c:pt idx="11">
                  <c:v>4.5440000000000005</c:v>
                </c:pt>
                <c:pt idx="12">
                  <c:v>4.9250000000000007</c:v>
                </c:pt>
                <c:pt idx="13">
                  <c:v>5.3350000000000009</c:v>
                </c:pt>
                <c:pt idx="14">
                  <c:v>5.772000000000002</c:v>
                </c:pt>
                <c:pt idx="15">
                  <c:v>6.1539999999999999</c:v>
                </c:pt>
                <c:pt idx="16">
                  <c:v>6.5629999999999988</c:v>
                </c:pt>
                <c:pt idx="17">
                  <c:v>7.02</c:v>
                </c:pt>
                <c:pt idx="18">
                  <c:v>7.3870000000000005</c:v>
                </c:pt>
                <c:pt idx="19">
                  <c:v>7.7959999999999994</c:v>
                </c:pt>
                <c:pt idx="20">
                  <c:v>8.2490000000000023</c:v>
                </c:pt>
                <c:pt idx="21">
                  <c:v>8.6140000000000008</c:v>
                </c:pt>
                <c:pt idx="22">
                  <c:v>9.0600000000000023</c:v>
                </c:pt>
                <c:pt idx="23">
                  <c:v>9.4650000000000034</c:v>
                </c:pt>
                <c:pt idx="24">
                  <c:v>9.8719999999999999</c:v>
                </c:pt>
                <c:pt idx="25">
                  <c:v>10.256999999999998</c:v>
                </c:pt>
                <c:pt idx="26">
                  <c:v>10.698999999999998</c:v>
                </c:pt>
                <c:pt idx="27">
                  <c:v>11.103000000000002</c:v>
                </c:pt>
                <c:pt idx="28">
                  <c:v>11.508000000000003</c:v>
                </c:pt>
                <c:pt idx="29">
                  <c:v>11.927999999999997</c:v>
                </c:pt>
                <c:pt idx="30">
                  <c:v>12.347000000000001</c:v>
                </c:pt>
                <c:pt idx="31">
                  <c:v>12.718000000000004</c:v>
                </c:pt>
                <c:pt idx="32">
                  <c:v>13.155999999999999</c:v>
                </c:pt>
                <c:pt idx="33">
                  <c:v>13.561999999999998</c:v>
                </c:pt>
                <c:pt idx="34">
                  <c:v>13.983000000000004</c:v>
                </c:pt>
                <c:pt idx="35">
                  <c:v>14.387999999999998</c:v>
                </c:pt>
                <c:pt idx="36">
                  <c:v>14.808</c:v>
                </c:pt>
                <c:pt idx="37">
                  <c:v>15.180999999999997</c:v>
                </c:pt>
                <c:pt idx="38">
                  <c:v>15.619999999999997</c:v>
                </c:pt>
                <c:pt idx="39">
                  <c:v>16.041000000000004</c:v>
                </c:pt>
                <c:pt idx="40">
                  <c:v>16.410000000000004</c:v>
                </c:pt>
                <c:pt idx="41">
                  <c:v>16.819000000000003</c:v>
                </c:pt>
                <c:pt idx="42">
                  <c:v>17.233000000000004</c:v>
                </c:pt>
                <c:pt idx="43">
                  <c:v>17.677</c:v>
                </c:pt>
                <c:pt idx="44">
                  <c:v>18.082000000000001</c:v>
                </c:pt>
                <c:pt idx="45">
                  <c:v>18.487000000000002</c:v>
                </c:pt>
                <c:pt idx="46">
                  <c:v>18.892000000000003</c:v>
                </c:pt>
                <c:pt idx="47">
                  <c:v>19.313000000000002</c:v>
                </c:pt>
                <c:pt idx="48">
                  <c:v>19.718000000000004</c:v>
                </c:pt>
                <c:pt idx="49">
                  <c:v>20.14</c:v>
                </c:pt>
                <c:pt idx="50">
                  <c:v>20.514000000000003</c:v>
                </c:pt>
                <c:pt idx="51">
                  <c:v>20.948</c:v>
                </c:pt>
                <c:pt idx="52">
                  <c:v>21.368000000000002</c:v>
                </c:pt>
                <c:pt idx="53">
                  <c:v>21.786999999999999</c:v>
                </c:pt>
                <c:pt idx="54">
                  <c:v>22.152000000000001</c:v>
                </c:pt>
                <c:pt idx="55">
                  <c:v>22.582000000000001</c:v>
                </c:pt>
                <c:pt idx="56">
                  <c:v>23.003999999999998</c:v>
                </c:pt>
                <c:pt idx="57">
                  <c:v>23.423999999999999</c:v>
                </c:pt>
                <c:pt idx="58">
                  <c:v>23.795000000000002</c:v>
                </c:pt>
                <c:pt idx="59">
                  <c:v>24.219000000000001</c:v>
                </c:pt>
                <c:pt idx="60">
                  <c:v>24.613</c:v>
                </c:pt>
                <c:pt idx="61">
                  <c:v>25.027000000000001</c:v>
                </c:pt>
                <c:pt idx="62">
                  <c:v>25.477000000000004</c:v>
                </c:pt>
                <c:pt idx="63">
                  <c:v>25.866999999999997</c:v>
                </c:pt>
                <c:pt idx="64">
                  <c:v>26.271999999999998</c:v>
                </c:pt>
                <c:pt idx="65">
                  <c:v>26.666000000000004</c:v>
                </c:pt>
                <c:pt idx="66">
                  <c:v>27.113999999999997</c:v>
                </c:pt>
                <c:pt idx="67">
                  <c:v>27.484999999999999</c:v>
                </c:pt>
                <c:pt idx="68">
                  <c:v>27.898000000000003</c:v>
                </c:pt>
                <c:pt idx="69">
                  <c:v>28.308</c:v>
                </c:pt>
                <c:pt idx="70">
                  <c:v>28.716999999999999</c:v>
                </c:pt>
                <c:pt idx="71">
                  <c:v>29.155999999999999</c:v>
                </c:pt>
                <c:pt idx="72">
                  <c:v>29.561999999999998</c:v>
                </c:pt>
                <c:pt idx="73">
                  <c:v>29.980000000000004</c:v>
                </c:pt>
                <c:pt idx="74">
                  <c:v>30.386000000000003</c:v>
                </c:pt>
                <c:pt idx="75">
                  <c:v>30.792000000000002</c:v>
                </c:pt>
                <c:pt idx="76">
                  <c:v>31.213999999999999</c:v>
                </c:pt>
                <c:pt idx="77">
                  <c:v>31.633000000000003</c:v>
                </c:pt>
                <c:pt idx="78">
                  <c:v>32.04</c:v>
                </c:pt>
                <c:pt idx="79">
                  <c:v>32.43</c:v>
                </c:pt>
                <c:pt idx="80">
                  <c:v>32.85</c:v>
                </c:pt>
                <c:pt idx="81">
                  <c:v>33.271999999999998</c:v>
                </c:pt>
                <c:pt idx="82">
                  <c:v>33.64</c:v>
                </c:pt>
                <c:pt idx="83">
                  <c:v>34.096000000000004</c:v>
                </c:pt>
                <c:pt idx="84">
                  <c:v>34.46</c:v>
                </c:pt>
                <c:pt idx="85">
                  <c:v>34.869</c:v>
                </c:pt>
                <c:pt idx="86">
                  <c:v>35.279000000000003</c:v>
                </c:pt>
                <c:pt idx="87">
                  <c:v>35.716000000000001</c:v>
                </c:pt>
                <c:pt idx="88">
                  <c:v>36.122999999999998</c:v>
                </c:pt>
                <c:pt idx="89">
                  <c:v>36.512</c:v>
                </c:pt>
                <c:pt idx="90">
                  <c:v>36.966000000000001</c:v>
                </c:pt>
                <c:pt idx="91">
                  <c:v>37.331000000000003</c:v>
                </c:pt>
                <c:pt idx="92">
                  <c:v>37.74</c:v>
                </c:pt>
                <c:pt idx="93">
                  <c:v>38.179000000000002</c:v>
                </c:pt>
                <c:pt idx="94">
                  <c:v>38.585999999999999</c:v>
                </c:pt>
                <c:pt idx="95">
                  <c:v>39.003999999999998</c:v>
                </c:pt>
                <c:pt idx="96">
                  <c:v>39.423000000000002</c:v>
                </c:pt>
                <c:pt idx="97">
                  <c:v>39.792000000000002</c:v>
                </c:pt>
                <c:pt idx="98">
                  <c:v>40.201000000000001</c:v>
                </c:pt>
                <c:pt idx="99">
                  <c:v>40.655000000000001</c:v>
                </c:pt>
                <c:pt idx="100">
                  <c:v>41.02</c:v>
                </c:pt>
                <c:pt idx="101">
                  <c:v>41.465999999999994</c:v>
                </c:pt>
                <c:pt idx="102">
                  <c:v>41.887</c:v>
                </c:pt>
                <c:pt idx="103">
                  <c:v>42.292000000000002</c:v>
                </c:pt>
                <c:pt idx="104">
                  <c:v>42.664000000000001</c:v>
                </c:pt>
                <c:pt idx="105">
                  <c:v>43.117000000000004</c:v>
                </c:pt>
                <c:pt idx="106">
                  <c:v>43.483000000000004</c:v>
                </c:pt>
                <c:pt idx="107">
                  <c:v>43.891999999999996</c:v>
                </c:pt>
                <c:pt idx="108">
                  <c:v>44.332000000000008</c:v>
                </c:pt>
                <c:pt idx="109">
                  <c:v>44.751999999999995</c:v>
                </c:pt>
                <c:pt idx="110">
                  <c:v>45.125</c:v>
                </c:pt>
                <c:pt idx="111">
                  <c:v>45.576999999999998</c:v>
                </c:pt>
                <c:pt idx="112">
                  <c:v>45.981999999999999</c:v>
                </c:pt>
                <c:pt idx="113">
                  <c:v>46.387</c:v>
                </c:pt>
                <c:pt idx="114">
                  <c:v>46.807000000000002</c:v>
                </c:pt>
                <c:pt idx="115">
                  <c:v>47.176000000000002</c:v>
                </c:pt>
                <c:pt idx="116">
                  <c:v>47.616</c:v>
                </c:pt>
                <c:pt idx="117">
                  <c:v>48.034000000000006</c:v>
                </c:pt>
                <c:pt idx="118">
                  <c:v>48.44</c:v>
                </c:pt>
                <c:pt idx="119">
                  <c:v>48.844000000000008</c:v>
                </c:pt>
                <c:pt idx="120">
                  <c:v>49.265000000000001</c:v>
                </c:pt>
                <c:pt idx="121">
                  <c:v>49.638000000000005</c:v>
                </c:pt>
                <c:pt idx="122">
                  <c:v>50.09</c:v>
                </c:pt>
                <c:pt idx="123">
                  <c:v>50.477999999999994</c:v>
                </c:pt>
                <c:pt idx="124">
                  <c:v>50.885000000000005</c:v>
                </c:pt>
                <c:pt idx="125">
                  <c:v>51.304999999999993</c:v>
                </c:pt>
                <c:pt idx="126">
                  <c:v>51.707999999999998</c:v>
                </c:pt>
                <c:pt idx="127">
                  <c:v>52.100000000000009</c:v>
                </c:pt>
                <c:pt idx="128">
                  <c:v>52.509</c:v>
                </c:pt>
                <c:pt idx="129">
                  <c:v>52.951999999999998</c:v>
                </c:pt>
                <c:pt idx="130">
                  <c:v>53.358000000000004</c:v>
                </c:pt>
                <c:pt idx="131">
                  <c:v>53.783000000000001</c:v>
                </c:pt>
                <c:pt idx="132">
                  <c:v>54.189000000000007</c:v>
                </c:pt>
                <c:pt idx="133">
                  <c:v>54.594000000000008</c:v>
                </c:pt>
                <c:pt idx="134">
                  <c:v>55.015000000000001</c:v>
                </c:pt>
                <c:pt idx="135">
                  <c:v>55.42</c:v>
                </c:pt>
                <c:pt idx="136">
                  <c:v>55.790999999999997</c:v>
                </c:pt>
                <c:pt idx="137">
                  <c:v>56.219000000000008</c:v>
                </c:pt>
                <c:pt idx="138">
                  <c:v>56.638000000000005</c:v>
                </c:pt>
                <c:pt idx="139">
                  <c:v>57.058999999999997</c:v>
                </c:pt>
                <c:pt idx="140">
                  <c:v>57.435000000000002</c:v>
                </c:pt>
                <c:pt idx="141">
                  <c:v>57.874000000000009</c:v>
                </c:pt>
                <c:pt idx="142">
                  <c:v>58.292000000000002</c:v>
                </c:pt>
                <c:pt idx="143">
                  <c:v>58.697000000000003</c:v>
                </c:pt>
                <c:pt idx="144">
                  <c:v>59.102999999999994</c:v>
                </c:pt>
                <c:pt idx="145">
                  <c:v>59.509</c:v>
                </c:pt>
              </c:numCache>
            </c:numRef>
          </c:xVal>
          <c:yVal>
            <c:numRef>
              <c:f>Sheet1!$H$2:$H$147</c:f>
              <c:numCache>
                <c:formatCode>General</c:formatCode>
                <c:ptCount val="146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  <c:pt idx="8">
                  <c:v>45</c:v>
                </c:pt>
                <c:pt idx="9">
                  <c:v>45</c:v>
                </c:pt>
                <c:pt idx="10">
                  <c:v>45</c:v>
                </c:pt>
                <c:pt idx="11">
                  <c:v>45</c:v>
                </c:pt>
                <c:pt idx="12">
                  <c:v>45</c:v>
                </c:pt>
                <c:pt idx="13">
                  <c:v>45</c:v>
                </c:pt>
                <c:pt idx="14">
                  <c:v>44.75</c:v>
                </c:pt>
                <c:pt idx="15">
                  <c:v>44.75</c:v>
                </c:pt>
                <c:pt idx="16">
                  <c:v>44.75</c:v>
                </c:pt>
                <c:pt idx="17">
                  <c:v>45</c:v>
                </c:pt>
                <c:pt idx="18">
                  <c:v>44.75</c:v>
                </c:pt>
                <c:pt idx="19">
                  <c:v>44.75</c:v>
                </c:pt>
                <c:pt idx="20">
                  <c:v>45</c:v>
                </c:pt>
                <c:pt idx="21">
                  <c:v>45</c:v>
                </c:pt>
                <c:pt idx="22">
                  <c:v>45</c:v>
                </c:pt>
                <c:pt idx="23">
                  <c:v>45</c:v>
                </c:pt>
                <c:pt idx="24">
                  <c:v>45</c:v>
                </c:pt>
                <c:pt idx="25">
                  <c:v>45</c:v>
                </c:pt>
                <c:pt idx="26">
                  <c:v>45</c:v>
                </c:pt>
                <c:pt idx="27">
                  <c:v>45</c:v>
                </c:pt>
                <c:pt idx="28">
                  <c:v>45</c:v>
                </c:pt>
                <c:pt idx="29">
                  <c:v>45</c:v>
                </c:pt>
                <c:pt idx="30">
                  <c:v>45</c:v>
                </c:pt>
                <c:pt idx="31">
                  <c:v>45</c:v>
                </c:pt>
                <c:pt idx="32">
                  <c:v>45</c:v>
                </c:pt>
                <c:pt idx="33">
                  <c:v>45</c:v>
                </c:pt>
                <c:pt idx="34">
                  <c:v>45</c:v>
                </c:pt>
                <c:pt idx="35">
                  <c:v>45</c:v>
                </c:pt>
                <c:pt idx="36">
                  <c:v>45</c:v>
                </c:pt>
                <c:pt idx="37">
                  <c:v>45</c:v>
                </c:pt>
                <c:pt idx="38">
                  <c:v>45</c:v>
                </c:pt>
                <c:pt idx="39">
                  <c:v>45</c:v>
                </c:pt>
                <c:pt idx="40">
                  <c:v>45</c:v>
                </c:pt>
                <c:pt idx="41">
                  <c:v>45</c:v>
                </c:pt>
                <c:pt idx="42">
                  <c:v>45</c:v>
                </c:pt>
                <c:pt idx="43">
                  <c:v>44.75</c:v>
                </c:pt>
                <c:pt idx="44">
                  <c:v>45</c:v>
                </c:pt>
                <c:pt idx="45">
                  <c:v>44.75</c:v>
                </c:pt>
                <c:pt idx="46">
                  <c:v>45</c:v>
                </c:pt>
                <c:pt idx="47">
                  <c:v>45</c:v>
                </c:pt>
                <c:pt idx="48">
                  <c:v>45</c:v>
                </c:pt>
                <c:pt idx="49">
                  <c:v>45</c:v>
                </c:pt>
                <c:pt idx="50">
                  <c:v>44.75</c:v>
                </c:pt>
                <c:pt idx="51">
                  <c:v>45</c:v>
                </c:pt>
                <c:pt idx="52">
                  <c:v>45</c:v>
                </c:pt>
                <c:pt idx="53">
                  <c:v>44.75</c:v>
                </c:pt>
                <c:pt idx="54">
                  <c:v>44.75</c:v>
                </c:pt>
                <c:pt idx="55">
                  <c:v>45</c:v>
                </c:pt>
                <c:pt idx="56">
                  <c:v>44.75</c:v>
                </c:pt>
                <c:pt idx="57">
                  <c:v>44.75</c:v>
                </c:pt>
                <c:pt idx="58">
                  <c:v>44.75</c:v>
                </c:pt>
                <c:pt idx="59">
                  <c:v>44.75</c:v>
                </c:pt>
                <c:pt idx="60">
                  <c:v>44.75</c:v>
                </c:pt>
                <c:pt idx="61">
                  <c:v>44.75</c:v>
                </c:pt>
                <c:pt idx="62">
                  <c:v>44.75</c:v>
                </c:pt>
                <c:pt idx="63">
                  <c:v>44.75</c:v>
                </c:pt>
                <c:pt idx="64">
                  <c:v>44.75</c:v>
                </c:pt>
                <c:pt idx="65">
                  <c:v>44.75</c:v>
                </c:pt>
                <c:pt idx="66">
                  <c:v>44.75</c:v>
                </c:pt>
                <c:pt idx="67">
                  <c:v>45</c:v>
                </c:pt>
                <c:pt idx="68">
                  <c:v>44.75</c:v>
                </c:pt>
                <c:pt idx="69">
                  <c:v>45</c:v>
                </c:pt>
                <c:pt idx="70">
                  <c:v>45</c:v>
                </c:pt>
                <c:pt idx="71">
                  <c:v>45</c:v>
                </c:pt>
                <c:pt idx="72">
                  <c:v>44.75</c:v>
                </c:pt>
                <c:pt idx="73">
                  <c:v>45</c:v>
                </c:pt>
                <c:pt idx="74">
                  <c:v>45</c:v>
                </c:pt>
                <c:pt idx="75">
                  <c:v>45</c:v>
                </c:pt>
                <c:pt idx="76">
                  <c:v>45</c:v>
                </c:pt>
                <c:pt idx="77">
                  <c:v>45</c:v>
                </c:pt>
                <c:pt idx="78">
                  <c:v>45</c:v>
                </c:pt>
                <c:pt idx="79">
                  <c:v>44.75</c:v>
                </c:pt>
                <c:pt idx="80">
                  <c:v>44.75</c:v>
                </c:pt>
                <c:pt idx="81">
                  <c:v>45</c:v>
                </c:pt>
                <c:pt idx="82">
                  <c:v>45</c:v>
                </c:pt>
                <c:pt idx="83">
                  <c:v>45</c:v>
                </c:pt>
                <c:pt idx="84">
                  <c:v>44.75</c:v>
                </c:pt>
                <c:pt idx="85">
                  <c:v>45</c:v>
                </c:pt>
                <c:pt idx="86">
                  <c:v>44.75</c:v>
                </c:pt>
                <c:pt idx="87">
                  <c:v>44.75</c:v>
                </c:pt>
                <c:pt idx="88">
                  <c:v>44.75</c:v>
                </c:pt>
                <c:pt idx="89">
                  <c:v>44.75</c:v>
                </c:pt>
                <c:pt idx="90">
                  <c:v>44.75</c:v>
                </c:pt>
                <c:pt idx="91">
                  <c:v>44.75</c:v>
                </c:pt>
                <c:pt idx="92">
                  <c:v>44.75</c:v>
                </c:pt>
                <c:pt idx="93">
                  <c:v>44.75</c:v>
                </c:pt>
                <c:pt idx="94">
                  <c:v>44.75</c:v>
                </c:pt>
                <c:pt idx="95">
                  <c:v>44.75</c:v>
                </c:pt>
                <c:pt idx="96">
                  <c:v>44.75</c:v>
                </c:pt>
                <c:pt idx="97">
                  <c:v>44.75</c:v>
                </c:pt>
                <c:pt idx="98">
                  <c:v>44.75</c:v>
                </c:pt>
                <c:pt idx="99">
                  <c:v>44.75</c:v>
                </c:pt>
                <c:pt idx="100">
                  <c:v>44.5</c:v>
                </c:pt>
                <c:pt idx="101">
                  <c:v>44.5</c:v>
                </c:pt>
                <c:pt idx="102">
                  <c:v>44.75</c:v>
                </c:pt>
                <c:pt idx="103">
                  <c:v>44.5</c:v>
                </c:pt>
                <c:pt idx="104">
                  <c:v>44.5</c:v>
                </c:pt>
                <c:pt idx="105">
                  <c:v>44.5</c:v>
                </c:pt>
                <c:pt idx="106">
                  <c:v>44.5</c:v>
                </c:pt>
                <c:pt idx="107">
                  <c:v>44.5</c:v>
                </c:pt>
                <c:pt idx="108">
                  <c:v>44.5</c:v>
                </c:pt>
                <c:pt idx="109">
                  <c:v>44.5</c:v>
                </c:pt>
                <c:pt idx="110">
                  <c:v>44.25</c:v>
                </c:pt>
                <c:pt idx="111">
                  <c:v>44.5</c:v>
                </c:pt>
                <c:pt idx="112">
                  <c:v>44.25</c:v>
                </c:pt>
                <c:pt idx="113">
                  <c:v>44.25</c:v>
                </c:pt>
                <c:pt idx="114">
                  <c:v>44.5</c:v>
                </c:pt>
                <c:pt idx="115">
                  <c:v>44.5</c:v>
                </c:pt>
                <c:pt idx="116">
                  <c:v>44.5</c:v>
                </c:pt>
                <c:pt idx="117">
                  <c:v>44.5</c:v>
                </c:pt>
                <c:pt idx="118">
                  <c:v>44.5</c:v>
                </c:pt>
                <c:pt idx="119">
                  <c:v>44.5</c:v>
                </c:pt>
                <c:pt idx="120">
                  <c:v>44.5</c:v>
                </c:pt>
                <c:pt idx="121">
                  <c:v>44.5</c:v>
                </c:pt>
                <c:pt idx="122">
                  <c:v>44.5</c:v>
                </c:pt>
                <c:pt idx="123">
                  <c:v>44.5</c:v>
                </c:pt>
                <c:pt idx="124">
                  <c:v>44.5</c:v>
                </c:pt>
                <c:pt idx="125">
                  <c:v>44.5</c:v>
                </c:pt>
                <c:pt idx="126">
                  <c:v>44.5</c:v>
                </c:pt>
                <c:pt idx="127">
                  <c:v>44.5</c:v>
                </c:pt>
                <c:pt idx="128">
                  <c:v>44.75</c:v>
                </c:pt>
                <c:pt idx="129">
                  <c:v>44.5</c:v>
                </c:pt>
                <c:pt idx="130">
                  <c:v>44.5</c:v>
                </c:pt>
                <c:pt idx="131">
                  <c:v>44.75</c:v>
                </c:pt>
                <c:pt idx="132">
                  <c:v>44.5</c:v>
                </c:pt>
                <c:pt idx="133">
                  <c:v>44.5</c:v>
                </c:pt>
                <c:pt idx="134">
                  <c:v>44.5</c:v>
                </c:pt>
                <c:pt idx="135">
                  <c:v>44.5</c:v>
                </c:pt>
                <c:pt idx="136">
                  <c:v>44.5</c:v>
                </c:pt>
                <c:pt idx="137">
                  <c:v>44.5</c:v>
                </c:pt>
                <c:pt idx="138">
                  <c:v>44.5</c:v>
                </c:pt>
                <c:pt idx="139">
                  <c:v>44.25</c:v>
                </c:pt>
                <c:pt idx="140">
                  <c:v>44.25</c:v>
                </c:pt>
                <c:pt idx="141">
                  <c:v>44.5</c:v>
                </c:pt>
                <c:pt idx="142">
                  <c:v>44.5</c:v>
                </c:pt>
                <c:pt idx="143">
                  <c:v>44.5</c:v>
                </c:pt>
                <c:pt idx="144">
                  <c:v>44.5</c:v>
                </c:pt>
                <c:pt idx="145">
                  <c:v>44.5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2EE-42E4-956B-2172D15872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616199"/>
        <c:axId val="103577095"/>
      </c:scatterChart>
      <c:valAx>
        <c:axId val="606161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77095"/>
        <c:crosses val="autoZero"/>
        <c:crossBetween val="midCat"/>
      </c:valAx>
      <c:valAx>
        <c:axId val="103577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Temperature (degrees 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61619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Flux vs.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Sheet1!N1</c:f>
              <c:strCache>
                <c:ptCount val="1"/>
                <c:pt idx="0">
                  <c:v>Flux (W/m^2)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solidFill>
                  <a:srgbClr val="FFFFFF"/>
                </a:solidFill>
                <a:prstDash val="solid"/>
              </a:ln>
              <a:effectLst/>
            </c:spPr>
          </c:marker>
          <c:xVal>
            <c:numRef>
              <c:f>Sheet1!$M$2:$M$150</c:f>
              <c:numCache>
                <c:formatCode>General</c:formatCode>
                <c:ptCount val="149"/>
                <c:pt idx="0">
                  <c:v>0</c:v>
                </c:pt>
                <c:pt idx="1">
                  <c:v>0.40799999999999992</c:v>
                </c:pt>
                <c:pt idx="2">
                  <c:v>0.81600000000000028</c:v>
                </c:pt>
                <c:pt idx="3">
                  <c:v>1.2239999999999998</c:v>
                </c:pt>
                <c:pt idx="4">
                  <c:v>1.6320000000000001</c:v>
                </c:pt>
                <c:pt idx="5">
                  <c:v>2.0399999999999996</c:v>
                </c:pt>
                <c:pt idx="6">
                  <c:v>2.448</c:v>
                </c:pt>
                <c:pt idx="7">
                  <c:v>2.8560000000000003</c:v>
                </c:pt>
                <c:pt idx="8">
                  <c:v>3.2639999999999998</c:v>
                </c:pt>
                <c:pt idx="9">
                  <c:v>3.6720000000000002</c:v>
                </c:pt>
                <c:pt idx="10">
                  <c:v>4.0790000000000006</c:v>
                </c:pt>
                <c:pt idx="11">
                  <c:v>4.4870000000000001</c:v>
                </c:pt>
                <c:pt idx="12">
                  <c:v>4.8949999999999996</c:v>
                </c:pt>
                <c:pt idx="13">
                  <c:v>5.302999999999999</c:v>
                </c:pt>
                <c:pt idx="14">
                  <c:v>5.7110000000000003</c:v>
                </c:pt>
                <c:pt idx="15">
                  <c:v>6.1189999999999998</c:v>
                </c:pt>
                <c:pt idx="16">
                  <c:v>6.5269999999999992</c:v>
                </c:pt>
                <c:pt idx="17">
                  <c:v>6.9349999999999987</c:v>
                </c:pt>
                <c:pt idx="18">
                  <c:v>7.343</c:v>
                </c:pt>
                <c:pt idx="19">
                  <c:v>7.7509999999999994</c:v>
                </c:pt>
                <c:pt idx="20">
                  <c:v>8.1589999999999989</c:v>
                </c:pt>
                <c:pt idx="21">
                  <c:v>8.5670000000000002</c:v>
                </c:pt>
                <c:pt idx="22">
                  <c:v>8.9740000000000002</c:v>
                </c:pt>
                <c:pt idx="23">
                  <c:v>9.3819999999999997</c:v>
                </c:pt>
                <c:pt idx="24">
                  <c:v>9.7910000000000004</c:v>
                </c:pt>
                <c:pt idx="25">
                  <c:v>10.198</c:v>
                </c:pt>
                <c:pt idx="26">
                  <c:v>10.606</c:v>
                </c:pt>
                <c:pt idx="27">
                  <c:v>11.014999999999999</c:v>
                </c:pt>
                <c:pt idx="28">
                  <c:v>11.421999999999999</c:v>
                </c:pt>
                <c:pt idx="29">
                  <c:v>11.831</c:v>
                </c:pt>
                <c:pt idx="30">
                  <c:v>12.238999999999999</c:v>
                </c:pt>
                <c:pt idx="31">
                  <c:v>12.646000000000001</c:v>
                </c:pt>
                <c:pt idx="32">
                  <c:v>13.053999999999998</c:v>
                </c:pt>
                <c:pt idx="33">
                  <c:v>13.463000000000001</c:v>
                </c:pt>
                <c:pt idx="34">
                  <c:v>13.870999999999999</c:v>
                </c:pt>
                <c:pt idx="35">
                  <c:v>14.277999999999999</c:v>
                </c:pt>
                <c:pt idx="36">
                  <c:v>14.687000000000001</c:v>
                </c:pt>
                <c:pt idx="37">
                  <c:v>15.094999999999999</c:v>
                </c:pt>
                <c:pt idx="38">
                  <c:v>15.503</c:v>
                </c:pt>
                <c:pt idx="39">
                  <c:v>15.91</c:v>
                </c:pt>
                <c:pt idx="40">
                  <c:v>16.318999999999999</c:v>
                </c:pt>
                <c:pt idx="41">
                  <c:v>16.725999999999999</c:v>
                </c:pt>
                <c:pt idx="42">
                  <c:v>17.134999999999998</c:v>
                </c:pt>
                <c:pt idx="43">
                  <c:v>17.542999999999999</c:v>
                </c:pt>
                <c:pt idx="44">
                  <c:v>17.95</c:v>
                </c:pt>
                <c:pt idx="45">
                  <c:v>18.358000000000001</c:v>
                </c:pt>
                <c:pt idx="46">
                  <c:v>18.765999999999998</c:v>
                </c:pt>
                <c:pt idx="47">
                  <c:v>19.173999999999999</c:v>
                </c:pt>
                <c:pt idx="48">
                  <c:v>19.582000000000001</c:v>
                </c:pt>
                <c:pt idx="49">
                  <c:v>19.989999999999998</c:v>
                </c:pt>
                <c:pt idx="50">
                  <c:v>20.398</c:v>
                </c:pt>
                <c:pt idx="51">
                  <c:v>20.806000000000001</c:v>
                </c:pt>
                <c:pt idx="52">
                  <c:v>21.213999999999999</c:v>
                </c:pt>
                <c:pt idx="53">
                  <c:v>21.622</c:v>
                </c:pt>
                <c:pt idx="54">
                  <c:v>22.03</c:v>
                </c:pt>
                <c:pt idx="55">
                  <c:v>22.437999999999999</c:v>
                </c:pt>
                <c:pt idx="56">
                  <c:v>22.846</c:v>
                </c:pt>
                <c:pt idx="57">
                  <c:v>23.254000000000001</c:v>
                </c:pt>
                <c:pt idx="58">
                  <c:v>23.661999999999999</c:v>
                </c:pt>
                <c:pt idx="59">
                  <c:v>24.07</c:v>
                </c:pt>
                <c:pt idx="60">
                  <c:v>24.477999999999998</c:v>
                </c:pt>
                <c:pt idx="61">
                  <c:v>24.885999999999999</c:v>
                </c:pt>
                <c:pt idx="62">
                  <c:v>25.294</c:v>
                </c:pt>
                <c:pt idx="63">
                  <c:v>25.701999999999998</c:v>
                </c:pt>
                <c:pt idx="64">
                  <c:v>26.11</c:v>
                </c:pt>
                <c:pt idx="65">
                  <c:v>26.518000000000001</c:v>
                </c:pt>
                <c:pt idx="66">
                  <c:v>26.925000000000001</c:v>
                </c:pt>
                <c:pt idx="67">
                  <c:v>27.334</c:v>
                </c:pt>
                <c:pt idx="68">
                  <c:v>27.742000000000001</c:v>
                </c:pt>
                <c:pt idx="69">
                  <c:v>28.15</c:v>
                </c:pt>
                <c:pt idx="70">
                  <c:v>28.556999999999999</c:v>
                </c:pt>
                <c:pt idx="71">
                  <c:v>28.965</c:v>
                </c:pt>
                <c:pt idx="72">
                  <c:v>29.373999999999999</c:v>
                </c:pt>
                <c:pt idx="73">
                  <c:v>29.781000000000002</c:v>
                </c:pt>
                <c:pt idx="74">
                  <c:v>30.188999999999997</c:v>
                </c:pt>
                <c:pt idx="75">
                  <c:v>30.596999999999998</c:v>
                </c:pt>
                <c:pt idx="76">
                  <c:v>31.004999999999999</c:v>
                </c:pt>
                <c:pt idx="77">
                  <c:v>31.413</c:v>
                </c:pt>
                <c:pt idx="78">
                  <c:v>31.821000000000002</c:v>
                </c:pt>
                <c:pt idx="79">
                  <c:v>32.229000000000006</c:v>
                </c:pt>
                <c:pt idx="80">
                  <c:v>32.637</c:v>
                </c:pt>
                <c:pt idx="81">
                  <c:v>33.045000000000002</c:v>
                </c:pt>
                <c:pt idx="82">
                  <c:v>33.453000000000003</c:v>
                </c:pt>
                <c:pt idx="83">
                  <c:v>33.861000000000004</c:v>
                </c:pt>
                <c:pt idx="84">
                  <c:v>34.269000000000005</c:v>
                </c:pt>
                <c:pt idx="85">
                  <c:v>34.677</c:v>
                </c:pt>
                <c:pt idx="86">
                  <c:v>35.084000000000003</c:v>
                </c:pt>
                <c:pt idx="87">
                  <c:v>35.492000000000004</c:v>
                </c:pt>
                <c:pt idx="88">
                  <c:v>35.901000000000003</c:v>
                </c:pt>
                <c:pt idx="89">
                  <c:v>36.309000000000005</c:v>
                </c:pt>
                <c:pt idx="90">
                  <c:v>36.716000000000001</c:v>
                </c:pt>
                <c:pt idx="91">
                  <c:v>37.125</c:v>
                </c:pt>
                <c:pt idx="92">
                  <c:v>37.533000000000001</c:v>
                </c:pt>
                <c:pt idx="93">
                  <c:v>37.940000000000005</c:v>
                </c:pt>
                <c:pt idx="94">
                  <c:v>38.349000000000004</c:v>
                </c:pt>
                <c:pt idx="95">
                  <c:v>38.757000000000005</c:v>
                </c:pt>
                <c:pt idx="96">
                  <c:v>39.165000000000006</c:v>
                </c:pt>
                <c:pt idx="97">
                  <c:v>39.573</c:v>
                </c:pt>
                <c:pt idx="98">
                  <c:v>39.980000000000004</c:v>
                </c:pt>
                <c:pt idx="99">
                  <c:v>40.388000000000005</c:v>
                </c:pt>
                <c:pt idx="100">
                  <c:v>40.796000000000006</c:v>
                </c:pt>
                <c:pt idx="101">
                  <c:v>41.204000000000001</c:v>
                </c:pt>
                <c:pt idx="102">
                  <c:v>41.612000000000002</c:v>
                </c:pt>
                <c:pt idx="103">
                  <c:v>42.02</c:v>
                </c:pt>
                <c:pt idx="104">
                  <c:v>42.428000000000004</c:v>
                </c:pt>
                <c:pt idx="105">
                  <c:v>42.836000000000006</c:v>
                </c:pt>
                <c:pt idx="106">
                  <c:v>43.243000000000002</c:v>
                </c:pt>
                <c:pt idx="107">
                  <c:v>43.651000000000003</c:v>
                </c:pt>
                <c:pt idx="108">
                  <c:v>44.059000000000005</c:v>
                </c:pt>
                <c:pt idx="109">
                  <c:v>44.468000000000004</c:v>
                </c:pt>
                <c:pt idx="110">
                  <c:v>44.876000000000005</c:v>
                </c:pt>
                <c:pt idx="111">
                  <c:v>45.284000000000006</c:v>
                </c:pt>
                <c:pt idx="112">
                  <c:v>45.692</c:v>
                </c:pt>
                <c:pt idx="113">
                  <c:v>46.1</c:v>
                </c:pt>
                <c:pt idx="114">
                  <c:v>46.508000000000003</c:v>
                </c:pt>
                <c:pt idx="115">
                  <c:v>46.916000000000004</c:v>
                </c:pt>
                <c:pt idx="116">
                  <c:v>47.324000000000005</c:v>
                </c:pt>
                <c:pt idx="117">
                  <c:v>47.732000000000006</c:v>
                </c:pt>
                <c:pt idx="118">
                  <c:v>48.14</c:v>
                </c:pt>
                <c:pt idx="119">
                  <c:v>48.548000000000002</c:v>
                </c:pt>
                <c:pt idx="120">
                  <c:v>48.956000000000003</c:v>
                </c:pt>
                <c:pt idx="121">
                  <c:v>49.363000000000007</c:v>
                </c:pt>
                <c:pt idx="122">
                  <c:v>49.772000000000006</c:v>
                </c:pt>
                <c:pt idx="123">
                  <c:v>50.179000000000002</c:v>
                </c:pt>
                <c:pt idx="124">
                  <c:v>50.587000000000003</c:v>
                </c:pt>
                <c:pt idx="125">
                  <c:v>50.995000000000005</c:v>
                </c:pt>
                <c:pt idx="126">
                  <c:v>51.404000000000003</c:v>
                </c:pt>
                <c:pt idx="127">
                  <c:v>51.811</c:v>
                </c:pt>
                <c:pt idx="128">
                  <c:v>52.219000000000001</c:v>
                </c:pt>
                <c:pt idx="129">
                  <c:v>52.627000000000002</c:v>
                </c:pt>
                <c:pt idx="130">
                  <c:v>53.035000000000004</c:v>
                </c:pt>
                <c:pt idx="131">
                  <c:v>53.442</c:v>
                </c:pt>
                <c:pt idx="132">
                  <c:v>53.85</c:v>
                </c:pt>
                <c:pt idx="133">
                  <c:v>54.259</c:v>
                </c:pt>
                <c:pt idx="134">
                  <c:v>54.667000000000002</c:v>
                </c:pt>
                <c:pt idx="135">
                  <c:v>55.075000000000003</c:v>
                </c:pt>
                <c:pt idx="136">
                  <c:v>55.483000000000004</c:v>
                </c:pt>
                <c:pt idx="137">
                  <c:v>55.891000000000005</c:v>
                </c:pt>
                <c:pt idx="138">
                  <c:v>56.299000000000007</c:v>
                </c:pt>
                <c:pt idx="139">
                  <c:v>56.707000000000001</c:v>
                </c:pt>
                <c:pt idx="140">
                  <c:v>57.114000000000004</c:v>
                </c:pt>
                <c:pt idx="141">
                  <c:v>57.522000000000006</c:v>
                </c:pt>
                <c:pt idx="142">
                  <c:v>57.93</c:v>
                </c:pt>
                <c:pt idx="143">
                  <c:v>58.338000000000001</c:v>
                </c:pt>
                <c:pt idx="144">
                  <c:v>58.746000000000002</c:v>
                </c:pt>
                <c:pt idx="145">
                  <c:v>59.154000000000003</c:v>
                </c:pt>
                <c:pt idx="146">
                  <c:v>59.562000000000005</c:v>
                </c:pt>
                <c:pt idx="147">
                  <c:v>59.970000000000006</c:v>
                </c:pt>
                <c:pt idx="148">
                  <c:v>60.378000000000007</c:v>
                </c:pt>
              </c:numCache>
            </c:numRef>
          </c:xVal>
          <c:yVal>
            <c:numRef>
              <c:f>Sheet1!$N$2:$N$150</c:f>
              <c:numCache>
                <c:formatCode>General</c:formatCode>
                <c:ptCount val="149"/>
                <c:pt idx="0">
                  <c:v>204.35</c:v>
                </c:pt>
                <c:pt idx="1">
                  <c:v>208.64</c:v>
                </c:pt>
                <c:pt idx="2">
                  <c:v>194.69</c:v>
                </c:pt>
                <c:pt idx="3">
                  <c:v>195.21</c:v>
                </c:pt>
                <c:pt idx="4">
                  <c:v>192.44</c:v>
                </c:pt>
                <c:pt idx="5">
                  <c:v>193.54</c:v>
                </c:pt>
                <c:pt idx="6">
                  <c:v>193.89</c:v>
                </c:pt>
                <c:pt idx="7">
                  <c:v>197.18</c:v>
                </c:pt>
                <c:pt idx="8">
                  <c:v>191.11</c:v>
                </c:pt>
                <c:pt idx="9">
                  <c:v>202.49</c:v>
                </c:pt>
                <c:pt idx="10">
                  <c:v>197.62</c:v>
                </c:pt>
                <c:pt idx="11">
                  <c:v>197.97</c:v>
                </c:pt>
                <c:pt idx="12">
                  <c:v>195.57</c:v>
                </c:pt>
                <c:pt idx="13">
                  <c:v>200.1</c:v>
                </c:pt>
                <c:pt idx="14">
                  <c:v>191.11</c:v>
                </c:pt>
                <c:pt idx="15">
                  <c:v>193.97</c:v>
                </c:pt>
                <c:pt idx="16">
                  <c:v>194.83</c:v>
                </c:pt>
                <c:pt idx="17">
                  <c:v>196.74</c:v>
                </c:pt>
                <c:pt idx="18">
                  <c:v>184.94</c:v>
                </c:pt>
                <c:pt idx="19">
                  <c:v>191.4</c:v>
                </c:pt>
                <c:pt idx="20">
                  <c:v>183.31</c:v>
                </c:pt>
                <c:pt idx="21">
                  <c:v>185.24</c:v>
                </c:pt>
                <c:pt idx="22">
                  <c:v>183.43</c:v>
                </c:pt>
                <c:pt idx="23">
                  <c:v>191.23</c:v>
                </c:pt>
                <c:pt idx="24">
                  <c:v>179.45</c:v>
                </c:pt>
                <c:pt idx="25">
                  <c:v>193.68</c:v>
                </c:pt>
                <c:pt idx="26">
                  <c:v>188.76</c:v>
                </c:pt>
                <c:pt idx="27">
                  <c:v>199.68</c:v>
                </c:pt>
                <c:pt idx="28">
                  <c:v>193.35</c:v>
                </c:pt>
                <c:pt idx="29">
                  <c:v>196.88</c:v>
                </c:pt>
                <c:pt idx="30">
                  <c:v>187.88</c:v>
                </c:pt>
                <c:pt idx="31">
                  <c:v>192.73</c:v>
                </c:pt>
                <c:pt idx="32">
                  <c:v>191.94</c:v>
                </c:pt>
                <c:pt idx="33">
                  <c:v>194.61</c:v>
                </c:pt>
                <c:pt idx="34">
                  <c:v>192.48</c:v>
                </c:pt>
                <c:pt idx="35">
                  <c:v>194.37</c:v>
                </c:pt>
                <c:pt idx="36">
                  <c:v>188.41</c:v>
                </c:pt>
                <c:pt idx="37">
                  <c:v>190.73</c:v>
                </c:pt>
                <c:pt idx="38">
                  <c:v>190.47</c:v>
                </c:pt>
                <c:pt idx="39">
                  <c:v>198.63</c:v>
                </c:pt>
                <c:pt idx="40">
                  <c:v>191.16</c:v>
                </c:pt>
                <c:pt idx="41">
                  <c:v>188.3</c:v>
                </c:pt>
                <c:pt idx="42">
                  <c:v>191.49</c:v>
                </c:pt>
                <c:pt idx="43">
                  <c:v>187.09</c:v>
                </c:pt>
                <c:pt idx="44">
                  <c:v>186.8</c:v>
                </c:pt>
                <c:pt idx="45">
                  <c:v>181.87</c:v>
                </c:pt>
                <c:pt idx="46">
                  <c:v>188.5</c:v>
                </c:pt>
                <c:pt idx="47">
                  <c:v>183.61</c:v>
                </c:pt>
                <c:pt idx="48">
                  <c:v>186.88</c:v>
                </c:pt>
                <c:pt idx="49">
                  <c:v>183.52</c:v>
                </c:pt>
                <c:pt idx="50">
                  <c:v>187.34</c:v>
                </c:pt>
                <c:pt idx="51">
                  <c:v>186.56</c:v>
                </c:pt>
                <c:pt idx="52">
                  <c:v>188.99</c:v>
                </c:pt>
                <c:pt idx="53">
                  <c:v>195.82</c:v>
                </c:pt>
                <c:pt idx="54">
                  <c:v>201.53</c:v>
                </c:pt>
                <c:pt idx="55">
                  <c:v>199.71</c:v>
                </c:pt>
                <c:pt idx="56">
                  <c:v>192.03</c:v>
                </c:pt>
                <c:pt idx="57">
                  <c:v>188.03</c:v>
                </c:pt>
                <c:pt idx="58">
                  <c:v>189.42</c:v>
                </c:pt>
                <c:pt idx="59">
                  <c:v>188.13</c:v>
                </c:pt>
                <c:pt idx="60">
                  <c:v>178.11</c:v>
                </c:pt>
                <c:pt idx="61">
                  <c:v>188.88</c:v>
                </c:pt>
                <c:pt idx="62">
                  <c:v>185.23</c:v>
                </c:pt>
                <c:pt idx="63">
                  <c:v>187.04</c:v>
                </c:pt>
                <c:pt idx="64">
                  <c:v>192.32</c:v>
                </c:pt>
                <c:pt idx="65">
                  <c:v>190.22</c:v>
                </c:pt>
                <c:pt idx="66">
                  <c:v>196.42</c:v>
                </c:pt>
                <c:pt idx="67">
                  <c:v>191.99</c:v>
                </c:pt>
                <c:pt idx="68">
                  <c:v>189.81</c:v>
                </c:pt>
                <c:pt idx="69">
                  <c:v>180.65</c:v>
                </c:pt>
                <c:pt idx="70">
                  <c:v>180</c:v>
                </c:pt>
                <c:pt idx="71">
                  <c:v>186.48</c:v>
                </c:pt>
                <c:pt idx="72">
                  <c:v>183.61</c:v>
                </c:pt>
                <c:pt idx="73">
                  <c:v>182.71</c:v>
                </c:pt>
                <c:pt idx="74">
                  <c:v>186.99</c:v>
                </c:pt>
                <c:pt idx="75">
                  <c:v>182.18</c:v>
                </c:pt>
                <c:pt idx="76">
                  <c:v>185.6</c:v>
                </c:pt>
                <c:pt idx="77">
                  <c:v>186.86</c:v>
                </c:pt>
                <c:pt idx="78">
                  <c:v>185.22</c:v>
                </c:pt>
                <c:pt idx="79">
                  <c:v>175.77</c:v>
                </c:pt>
                <c:pt idx="80">
                  <c:v>182.68</c:v>
                </c:pt>
                <c:pt idx="81">
                  <c:v>184.64</c:v>
                </c:pt>
                <c:pt idx="82">
                  <c:v>183.03</c:v>
                </c:pt>
                <c:pt idx="83">
                  <c:v>187.22</c:v>
                </c:pt>
                <c:pt idx="84">
                  <c:v>202.53</c:v>
                </c:pt>
                <c:pt idx="85">
                  <c:v>188.24</c:v>
                </c:pt>
                <c:pt idx="86">
                  <c:v>189.75</c:v>
                </c:pt>
                <c:pt idx="87">
                  <c:v>182.73</c:v>
                </c:pt>
                <c:pt idx="88">
                  <c:v>183.89</c:v>
                </c:pt>
                <c:pt idx="89">
                  <c:v>190.01</c:v>
                </c:pt>
                <c:pt idx="90">
                  <c:v>188.76</c:v>
                </c:pt>
                <c:pt idx="91">
                  <c:v>185.46</c:v>
                </c:pt>
                <c:pt idx="92">
                  <c:v>187.6</c:v>
                </c:pt>
                <c:pt idx="93">
                  <c:v>193.97</c:v>
                </c:pt>
                <c:pt idx="94">
                  <c:v>194.33</c:v>
                </c:pt>
                <c:pt idx="95">
                  <c:v>193.14</c:v>
                </c:pt>
                <c:pt idx="96">
                  <c:v>199.91</c:v>
                </c:pt>
                <c:pt idx="97">
                  <c:v>190.94</c:v>
                </c:pt>
                <c:pt idx="98">
                  <c:v>193.42</c:v>
                </c:pt>
                <c:pt idx="99">
                  <c:v>201.39</c:v>
                </c:pt>
                <c:pt idx="100">
                  <c:v>189.68</c:v>
                </c:pt>
                <c:pt idx="101">
                  <c:v>192.49</c:v>
                </c:pt>
                <c:pt idx="102">
                  <c:v>185.77</c:v>
                </c:pt>
                <c:pt idx="103">
                  <c:v>190.82</c:v>
                </c:pt>
                <c:pt idx="104">
                  <c:v>186.96</c:v>
                </c:pt>
                <c:pt idx="105">
                  <c:v>196.15</c:v>
                </c:pt>
                <c:pt idx="106">
                  <c:v>195.87</c:v>
                </c:pt>
                <c:pt idx="107">
                  <c:v>198.61</c:v>
                </c:pt>
                <c:pt idx="108">
                  <c:v>195.13</c:v>
                </c:pt>
                <c:pt idx="109">
                  <c:v>197.54</c:v>
                </c:pt>
                <c:pt idx="110">
                  <c:v>187.15</c:v>
                </c:pt>
                <c:pt idx="111">
                  <c:v>179.45</c:v>
                </c:pt>
                <c:pt idx="112">
                  <c:v>188.16</c:v>
                </c:pt>
                <c:pt idx="113">
                  <c:v>195.94</c:v>
                </c:pt>
                <c:pt idx="114">
                  <c:v>188.71</c:v>
                </c:pt>
                <c:pt idx="115">
                  <c:v>181.57</c:v>
                </c:pt>
                <c:pt idx="116">
                  <c:v>186.82</c:v>
                </c:pt>
                <c:pt idx="117">
                  <c:v>187.1</c:v>
                </c:pt>
                <c:pt idx="118">
                  <c:v>193.55</c:v>
                </c:pt>
                <c:pt idx="119">
                  <c:v>193.05</c:v>
                </c:pt>
                <c:pt idx="120">
                  <c:v>191.75</c:v>
                </c:pt>
                <c:pt idx="121">
                  <c:v>190.55</c:v>
                </c:pt>
                <c:pt idx="122">
                  <c:v>185.18</c:v>
                </c:pt>
                <c:pt idx="123">
                  <c:v>190.65</c:v>
                </c:pt>
                <c:pt idx="124">
                  <c:v>194.19</c:v>
                </c:pt>
                <c:pt idx="125">
                  <c:v>205.96</c:v>
                </c:pt>
                <c:pt idx="126">
                  <c:v>198.05</c:v>
                </c:pt>
                <c:pt idx="127">
                  <c:v>195.68</c:v>
                </c:pt>
                <c:pt idx="128">
                  <c:v>182.47</c:v>
                </c:pt>
                <c:pt idx="129">
                  <c:v>187.89</c:v>
                </c:pt>
                <c:pt idx="130">
                  <c:v>178.04</c:v>
                </c:pt>
                <c:pt idx="131">
                  <c:v>187.07</c:v>
                </c:pt>
                <c:pt idx="132">
                  <c:v>183.66</c:v>
                </c:pt>
                <c:pt idx="133">
                  <c:v>183.17</c:v>
                </c:pt>
                <c:pt idx="134">
                  <c:v>174.91</c:v>
                </c:pt>
                <c:pt idx="135">
                  <c:v>180.36</c:v>
                </c:pt>
                <c:pt idx="136">
                  <c:v>181.24</c:v>
                </c:pt>
                <c:pt idx="137">
                  <c:v>186.98</c:v>
                </c:pt>
                <c:pt idx="138">
                  <c:v>176.18</c:v>
                </c:pt>
                <c:pt idx="139">
                  <c:v>187.25</c:v>
                </c:pt>
                <c:pt idx="140">
                  <c:v>186.3</c:v>
                </c:pt>
                <c:pt idx="141">
                  <c:v>192.62</c:v>
                </c:pt>
                <c:pt idx="142">
                  <c:v>191</c:v>
                </c:pt>
                <c:pt idx="143">
                  <c:v>194.03</c:v>
                </c:pt>
                <c:pt idx="144">
                  <c:v>194.36</c:v>
                </c:pt>
                <c:pt idx="145">
                  <c:v>192.25</c:v>
                </c:pt>
                <c:pt idx="146">
                  <c:v>187.81</c:v>
                </c:pt>
                <c:pt idx="147">
                  <c:v>188.47</c:v>
                </c:pt>
                <c:pt idx="148">
                  <c:v>180.86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AB2-4E45-8412-0120DFCF6B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936903"/>
        <c:axId val="113947143"/>
      </c:scatterChart>
      <c:valAx>
        <c:axId val="1139369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47143"/>
        <c:crosses val="autoZero"/>
        <c:crossBetween val="midCat"/>
      </c:valAx>
      <c:valAx>
        <c:axId val="113947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Flux (W/m^2)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369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 vs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Sheet1!O1</c:f>
              <c:strCache>
                <c:ptCount val="1"/>
                <c:pt idx="0">
                  <c:v>h (W/(m^2 K)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solidFill>
                  <a:srgbClr val="FFFFFF"/>
                </a:solidFill>
                <a:prstDash val="solid"/>
              </a:ln>
              <a:effectLst/>
            </c:spPr>
          </c:marker>
          <c:xVal>
            <c:numRef>
              <c:f>Sheet1!$M$2:$M$147</c:f>
              <c:numCache>
                <c:formatCode>General</c:formatCode>
                <c:ptCount val="146"/>
                <c:pt idx="0">
                  <c:v>0</c:v>
                </c:pt>
                <c:pt idx="1">
                  <c:v>0.40799999999999992</c:v>
                </c:pt>
                <c:pt idx="2">
                  <c:v>0.81600000000000028</c:v>
                </c:pt>
                <c:pt idx="3">
                  <c:v>1.2239999999999998</c:v>
                </c:pt>
                <c:pt idx="4">
                  <c:v>1.6320000000000001</c:v>
                </c:pt>
                <c:pt idx="5">
                  <c:v>2.0399999999999996</c:v>
                </c:pt>
                <c:pt idx="6">
                  <c:v>2.448</c:v>
                </c:pt>
                <c:pt idx="7">
                  <c:v>2.8560000000000003</c:v>
                </c:pt>
                <c:pt idx="8">
                  <c:v>3.2639999999999998</c:v>
                </c:pt>
                <c:pt idx="9">
                  <c:v>3.6720000000000002</c:v>
                </c:pt>
                <c:pt idx="10">
                  <c:v>4.0790000000000006</c:v>
                </c:pt>
                <c:pt idx="11">
                  <c:v>4.4870000000000001</c:v>
                </c:pt>
                <c:pt idx="12">
                  <c:v>4.8949999999999996</c:v>
                </c:pt>
                <c:pt idx="13">
                  <c:v>5.302999999999999</c:v>
                </c:pt>
                <c:pt idx="14">
                  <c:v>5.7110000000000003</c:v>
                </c:pt>
                <c:pt idx="15">
                  <c:v>6.1189999999999998</c:v>
                </c:pt>
                <c:pt idx="16">
                  <c:v>6.5269999999999992</c:v>
                </c:pt>
                <c:pt idx="17">
                  <c:v>6.9349999999999987</c:v>
                </c:pt>
                <c:pt idx="18">
                  <c:v>7.343</c:v>
                </c:pt>
                <c:pt idx="19">
                  <c:v>7.7509999999999994</c:v>
                </c:pt>
                <c:pt idx="20">
                  <c:v>8.1589999999999989</c:v>
                </c:pt>
                <c:pt idx="21">
                  <c:v>8.5670000000000002</c:v>
                </c:pt>
                <c:pt idx="22">
                  <c:v>8.9740000000000002</c:v>
                </c:pt>
                <c:pt idx="23">
                  <c:v>9.3819999999999997</c:v>
                </c:pt>
                <c:pt idx="24">
                  <c:v>9.7910000000000004</c:v>
                </c:pt>
                <c:pt idx="25">
                  <c:v>10.198</c:v>
                </c:pt>
                <c:pt idx="26">
                  <c:v>10.606</c:v>
                </c:pt>
                <c:pt idx="27">
                  <c:v>11.014999999999999</c:v>
                </c:pt>
                <c:pt idx="28">
                  <c:v>11.421999999999999</c:v>
                </c:pt>
                <c:pt idx="29">
                  <c:v>11.831</c:v>
                </c:pt>
                <c:pt idx="30">
                  <c:v>12.238999999999999</c:v>
                </c:pt>
                <c:pt idx="31">
                  <c:v>12.646000000000001</c:v>
                </c:pt>
                <c:pt idx="32">
                  <c:v>13.053999999999998</c:v>
                </c:pt>
                <c:pt idx="33">
                  <c:v>13.463000000000001</c:v>
                </c:pt>
                <c:pt idx="34">
                  <c:v>13.870999999999999</c:v>
                </c:pt>
                <c:pt idx="35">
                  <c:v>14.277999999999999</c:v>
                </c:pt>
                <c:pt idx="36">
                  <c:v>14.687000000000001</c:v>
                </c:pt>
                <c:pt idx="37">
                  <c:v>15.094999999999999</c:v>
                </c:pt>
                <c:pt idx="38">
                  <c:v>15.503</c:v>
                </c:pt>
                <c:pt idx="39">
                  <c:v>15.91</c:v>
                </c:pt>
                <c:pt idx="40">
                  <c:v>16.318999999999999</c:v>
                </c:pt>
                <c:pt idx="41">
                  <c:v>16.725999999999999</c:v>
                </c:pt>
                <c:pt idx="42">
                  <c:v>17.134999999999998</c:v>
                </c:pt>
                <c:pt idx="43">
                  <c:v>17.542999999999999</c:v>
                </c:pt>
                <c:pt idx="44">
                  <c:v>17.95</c:v>
                </c:pt>
                <c:pt idx="45">
                  <c:v>18.358000000000001</c:v>
                </c:pt>
                <c:pt idx="46">
                  <c:v>18.765999999999998</c:v>
                </c:pt>
                <c:pt idx="47">
                  <c:v>19.173999999999999</c:v>
                </c:pt>
                <c:pt idx="48">
                  <c:v>19.582000000000001</c:v>
                </c:pt>
                <c:pt idx="49">
                  <c:v>19.989999999999998</c:v>
                </c:pt>
                <c:pt idx="50">
                  <c:v>20.398</c:v>
                </c:pt>
                <c:pt idx="51">
                  <c:v>20.806000000000001</c:v>
                </c:pt>
                <c:pt idx="52">
                  <c:v>21.213999999999999</c:v>
                </c:pt>
                <c:pt idx="53">
                  <c:v>21.622</c:v>
                </c:pt>
                <c:pt idx="54">
                  <c:v>22.03</c:v>
                </c:pt>
                <c:pt idx="55">
                  <c:v>22.437999999999999</c:v>
                </c:pt>
                <c:pt idx="56">
                  <c:v>22.846</c:v>
                </c:pt>
                <c:pt idx="57">
                  <c:v>23.254000000000001</c:v>
                </c:pt>
                <c:pt idx="58">
                  <c:v>23.661999999999999</c:v>
                </c:pt>
                <c:pt idx="59">
                  <c:v>24.07</c:v>
                </c:pt>
                <c:pt idx="60">
                  <c:v>24.477999999999998</c:v>
                </c:pt>
                <c:pt idx="61">
                  <c:v>24.885999999999999</c:v>
                </c:pt>
                <c:pt idx="62">
                  <c:v>25.294</c:v>
                </c:pt>
                <c:pt idx="63">
                  <c:v>25.701999999999998</c:v>
                </c:pt>
                <c:pt idx="64">
                  <c:v>26.11</c:v>
                </c:pt>
                <c:pt idx="65">
                  <c:v>26.518000000000001</c:v>
                </c:pt>
                <c:pt idx="66">
                  <c:v>26.925000000000001</c:v>
                </c:pt>
                <c:pt idx="67">
                  <c:v>27.334</c:v>
                </c:pt>
                <c:pt idx="68">
                  <c:v>27.742000000000001</c:v>
                </c:pt>
                <c:pt idx="69">
                  <c:v>28.15</c:v>
                </c:pt>
                <c:pt idx="70">
                  <c:v>28.556999999999999</c:v>
                </c:pt>
                <c:pt idx="71">
                  <c:v>28.965</c:v>
                </c:pt>
                <c:pt idx="72">
                  <c:v>29.373999999999999</c:v>
                </c:pt>
                <c:pt idx="73">
                  <c:v>29.781000000000002</c:v>
                </c:pt>
                <c:pt idx="74">
                  <c:v>30.188999999999997</c:v>
                </c:pt>
                <c:pt idx="75">
                  <c:v>30.596999999999998</c:v>
                </c:pt>
                <c:pt idx="76">
                  <c:v>31.004999999999999</c:v>
                </c:pt>
                <c:pt idx="77">
                  <c:v>31.413</c:v>
                </c:pt>
                <c:pt idx="78">
                  <c:v>31.821000000000002</c:v>
                </c:pt>
                <c:pt idx="79">
                  <c:v>32.229000000000006</c:v>
                </c:pt>
                <c:pt idx="80">
                  <c:v>32.637</c:v>
                </c:pt>
                <c:pt idx="81">
                  <c:v>33.045000000000002</c:v>
                </c:pt>
                <c:pt idx="82">
                  <c:v>33.453000000000003</c:v>
                </c:pt>
                <c:pt idx="83">
                  <c:v>33.861000000000004</c:v>
                </c:pt>
                <c:pt idx="84">
                  <c:v>34.269000000000005</c:v>
                </c:pt>
                <c:pt idx="85">
                  <c:v>34.677</c:v>
                </c:pt>
                <c:pt idx="86">
                  <c:v>35.084000000000003</c:v>
                </c:pt>
                <c:pt idx="87">
                  <c:v>35.492000000000004</c:v>
                </c:pt>
                <c:pt idx="88">
                  <c:v>35.901000000000003</c:v>
                </c:pt>
                <c:pt idx="89">
                  <c:v>36.309000000000005</c:v>
                </c:pt>
                <c:pt idx="90">
                  <c:v>36.716000000000001</c:v>
                </c:pt>
                <c:pt idx="91">
                  <c:v>37.125</c:v>
                </c:pt>
                <c:pt idx="92">
                  <c:v>37.533000000000001</c:v>
                </c:pt>
                <c:pt idx="93">
                  <c:v>37.940000000000005</c:v>
                </c:pt>
                <c:pt idx="94">
                  <c:v>38.349000000000004</c:v>
                </c:pt>
                <c:pt idx="95">
                  <c:v>38.757000000000005</c:v>
                </c:pt>
                <c:pt idx="96">
                  <c:v>39.165000000000006</c:v>
                </c:pt>
                <c:pt idx="97">
                  <c:v>39.573</c:v>
                </c:pt>
                <c:pt idx="98">
                  <c:v>39.980000000000004</c:v>
                </c:pt>
                <c:pt idx="99">
                  <c:v>40.388000000000005</c:v>
                </c:pt>
                <c:pt idx="100">
                  <c:v>40.796000000000006</c:v>
                </c:pt>
                <c:pt idx="101">
                  <c:v>41.204000000000001</c:v>
                </c:pt>
                <c:pt idx="102">
                  <c:v>41.612000000000002</c:v>
                </c:pt>
                <c:pt idx="103">
                  <c:v>42.02</c:v>
                </c:pt>
                <c:pt idx="104">
                  <c:v>42.428000000000004</c:v>
                </c:pt>
                <c:pt idx="105">
                  <c:v>42.836000000000006</c:v>
                </c:pt>
                <c:pt idx="106">
                  <c:v>43.243000000000002</c:v>
                </c:pt>
                <c:pt idx="107">
                  <c:v>43.651000000000003</c:v>
                </c:pt>
                <c:pt idx="108">
                  <c:v>44.059000000000005</c:v>
                </c:pt>
                <c:pt idx="109">
                  <c:v>44.468000000000004</c:v>
                </c:pt>
                <c:pt idx="110">
                  <c:v>44.876000000000005</c:v>
                </c:pt>
                <c:pt idx="111">
                  <c:v>45.284000000000006</c:v>
                </c:pt>
                <c:pt idx="112">
                  <c:v>45.692</c:v>
                </c:pt>
                <c:pt idx="113">
                  <c:v>46.1</c:v>
                </c:pt>
                <c:pt idx="114">
                  <c:v>46.508000000000003</c:v>
                </c:pt>
                <c:pt idx="115">
                  <c:v>46.916000000000004</c:v>
                </c:pt>
                <c:pt idx="116">
                  <c:v>47.324000000000005</c:v>
                </c:pt>
                <c:pt idx="117">
                  <c:v>47.732000000000006</c:v>
                </c:pt>
                <c:pt idx="118">
                  <c:v>48.14</c:v>
                </c:pt>
                <c:pt idx="119">
                  <c:v>48.548000000000002</c:v>
                </c:pt>
                <c:pt idx="120">
                  <c:v>48.956000000000003</c:v>
                </c:pt>
                <c:pt idx="121">
                  <c:v>49.363000000000007</c:v>
                </c:pt>
                <c:pt idx="122">
                  <c:v>49.772000000000006</c:v>
                </c:pt>
                <c:pt idx="123">
                  <c:v>50.179000000000002</c:v>
                </c:pt>
                <c:pt idx="124">
                  <c:v>50.587000000000003</c:v>
                </c:pt>
                <c:pt idx="125">
                  <c:v>50.995000000000005</c:v>
                </c:pt>
                <c:pt idx="126">
                  <c:v>51.404000000000003</c:v>
                </c:pt>
                <c:pt idx="127">
                  <c:v>51.811</c:v>
                </c:pt>
                <c:pt idx="128">
                  <c:v>52.219000000000001</c:v>
                </c:pt>
                <c:pt idx="129">
                  <c:v>52.627000000000002</c:v>
                </c:pt>
                <c:pt idx="130">
                  <c:v>53.035000000000004</c:v>
                </c:pt>
                <c:pt idx="131">
                  <c:v>53.442</c:v>
                </c:pt>
                <c:pt idx="132">
                  <c:v>53.85</c:v>
                </c:pt>
                <c:pt idx="133">
                  <c:v>54.259</c:v>
                </c:pt>
                <c:pt idx="134">
                  <c:v>54.667000000000002</c:v>
                </c:pt>
                <c:pt idx="135">
                  <c:v>55.075000000000003</c:v>
                </c:pt>
                <c:pt idx="136">
                  <c:v>55.483000000000004</c:v>
                </c:pt>
                <c:pt idx="137">
                  <c:v>55.891000000000005</c:v>
                </c:pt>
                <c:pt idx="138">
                  <c:v>56.299000000000007</c:v>
                </c:pt>
                <c:pt idx="139">
                  <c:v>56.707000000000001</c:v>
                </c:pt>
                <c:pt idx="140">
                  <c:v>57.114000000000004</c:v>
                </c:pt>
                <c:pt idx="141">
                  <c:v>57.522000000000006</c:v>
                </c:pt>
                <c:pt idx="142">
                  <c:v>57.93</c:v>
                </c:pt>
                <c:pt idx="143">
                  <c:v>58.338000000000001</c:v>
                </c:pt>
                <c:pt idx="144">
                  <c:v>58.746000000000002</c:v>
                </c:pt>
                <c:pt idx="145">
                  <c:v>59.154000000000003</c:v>
                </c:pt>
              </c:numCache>
            </c:numRef>
          </c:xVal>
          <c:yVal>
            <c:numRef>
              <c:f>Sheet1!$O$2:$O$147</c:f>
              <c:numCache>
                <c:formatCode>General</c:formatCode>
                <c:ptCount val="146"/>
                <c:pt idx="0">
                  <c:v>9.8056621880998076</c:v>
                </c:pt>
                <c:pt idx="1">
                  <c:v>10.01151631477927</c:v>
                </c:pt>
                <c:pt idx="2">
                  <c:v>9.3421305182341658</c:v>
                </c:pt>
                <c:pt idx="3">
                  <c:v>9.3670825335892527</c:v>
                </c:pt>
                <c:pt idx="4">
                  <c:v>9.2341650671785036</c:v>
                </c:pt>
                <c:pt idx="5">
                  <c:v>9.2869481765834934</c:v>
                </c:pt>
                <c:pt idx="6">
                  <c:v>9.3216346153846139</c:v>
                </c:pt>
                <c:pt idx="7">
                  <c:v>9.4616122840690977</c:v>
                </c:pt>
                <c:pt idx="8">
                  <c:v>9.1703454894433793</c:v>
                </c:pt>
                <c:pt idx="9">
                  <c:v>9.7164107485604614</c:v>
                </c:pt>
                <c:pt idx="10">
                  <c:v>9.4827255278310947</c:v>
                </c:pt>
                <c:pt idx="11">
                  <c:v>9.517788461538462</c:v>
                </c:pt>
                <c:pt idx="12">
                  <c:v>9.384357005758158</c:v>
                </c:pt>
                <c:pt idx="13">
                  <c:v>9.6201923076923066</c:v>
                </c:pt>
                <c:pt idx="14">
                  <c:v>9.2997566909975671</c:v>
                </c:pt>
                <c:pt idx="15">
                  <c:v>9.4205925206410885</c:v>
                </c:pt>
                <c:pt idx="16">
                  <c:v>9.4623603691112201</c:v>
                </c:pt>
                <c:pt idx="17">
                  <c:v>9.4586538461538456</c:v>
                </c:pt>
                <c:pt idx="18">
                  <c:v>8.9995133819951327</c:v>
                </c:pt>
                <c:pt idx="19">
                  <c:v>9.3138686131386859</c:v>
                </c:pt>
                <c:pt idx="20">
                  <c:v>8.8129807692307693</c:v>
                </c:pt>
                <c:pt idx="21">
                  <c:v>8.8886756238003848</c:v>
                </c:pt>
                <c:pt idx="22">
                  <c:v>8.8187499999999996</c:v>
                </c:pt>
                <c:pt idx="23">
                  <c:v>9.1937499999999996</c:v>
                </c:pt>
                <c:pt idx="24">
                  <c:v>8.6274038461538449</c:v>
                </c:pt>
                <c:pt idx="25">
                  <c:v>9.3115384615384613</c:v>
                </c:pt>
                <c:pt idx="26">
                  <c:v>9.0575815738963534</c:v>
                </c:pt>
                <c:pt idx="27">
                  <c:v>9.6</c:v>
                </c:pt>
                <c:pt idx="28">
                  <c:v>9.2956730769230766</c:v>
                </c:pt>
                <c:pt idx="29">
                  <c:v>9.4472168905950102</c:v>
                </c:pt>
                <c:pt idx="30">
                  <c:v>9.0153550863723613</c:v>
                </c:pt>
                <c:pt idx="31">
                  <c:v>9.2658653846153847</c:v>
                </c:pt>
                <c:pt idx="32">
                  <c:v>9.2278846153846157</c:v>
                </c:pt>
                <c:pt idx="33">
                  <c:v>9.338291746641076</c:v>
                </c:pt>
                <c:pt idx="34">
                  <c:v>9.2538461538461529</c:v>
                </c:pt>
                <c:pt idx="35">
                  <c:v>9.3267754318618046</c:v>
                </c:pt>
                <c:pt idx="36">
                  <c:v>9.0407869481765832</c:v>
                </c:pt>
                <c:pt idx="37">
                  <c:v>9.169711538461538</c:v>
                </c:pt>
                <c:pt idx="38">
                  <c:v>9.1396353166986568</c:v>
                </c:pt>
                <c:pt idx="39">
                  <c:v>9.5495192307692296</c:v>
                </c:pt>
                <c:pt idx="40">
                  <c:v>9.1727447216890585</c:v>
                </c:pt>
                <c:pt idx="41">
                  <c:v>9.0355086372360844</c:v>
                </c:pt>
                <c:pt idx="42">
                  <c:v>9.1885796545105567</c:v>
                </c:pt>
                <c:pt idx="43">
                  <c:v>9.1041362530413625</c:v>
                </c:pt>
                <c:pt idx="44">
                  <c:v>8.9807692307692317</c:v>
                </c:pt>
                <c:pt idx="45">
                  <c:v>8.8501216545012156</c:v>
                </c:pt>
                <c:pt idx="46">
                  <c:v>9.0625</c:v>
                </c:pt>
                <c:pt idx="47">
                  <c:v>8.827403846153846</c:v>
                </c:pt>
                <c:pt idx="48">
                  <c:v>8.9673704414587334</c:v>
                </c:pt>
                <c:pt idx="49">
                  <c:v>8.8061420345489445</c:v>
                </c:pt>
                <c:pt idx="50">
                  <c:v>9.0985915492957741</c:v>
                </c:pt>
                <c:pt idx="51">
                  <c:v>8.9692307692307693</c:v>
                </c:pt>
                <c:pt idx="52">
                  <c:v>9.0686180422264879</c:v>
                </c:pt>
                <c:pt idx="53">
                  <c:v>9.5104419621175325</c:v>
                </c:pt>
                <c:pt idx="54">
                  <c:v>9.8068126520681265</c:v>
                </c:pt>
                <c:pt idx="55">
                  <c:v>9.5830134357005754</c:v>
                </c:pt>
                <c:pt idx="56">
                  <c:v>9.3263720252549778</c:v>
                </c:pt>
                <c:pt idx="57">
                  <c:v>9.1498783454987827</c:v>
                </c:pt>
                <c:pt idx="58">
                  <c:v>9.2175182481751818</c:v>
                </c:pt>
                <c:pt idx="59">
                  <c:v>9.1369596891694993</c:v>
                </c:pt>
                <c:pt idx="60">
                  <c:v>8.6503156872268097</c:v>
                </c:pt>
                <c:pt idx="61">
                  <c:v>9.1733851384167071</c:v>
                </c:pt>
                <c:pt idx="62">
                  <c:v>8.9961146187469634</c:v>
                </c:pt>
                <c:pt idx="63">
                  <c:v>9.0840213695968917</c:v>
                </c:pt>
                <c:pt idx="64">
                  <c:v>9.3404565322972317</c:v>
                </c:pt>
                <c:pt idx="65">
                  <c:v>9.2384652744050513</c:v>
                </c:pt>
                <c:pt idx="66">
                  <c:v>9.558150851581507</c:v>
                </c:pt>
                <c:pt idx="67">
                  <c:v>9.2125719769673715</c:v>
                </c:pt>
                <c:pt idx="68">
                  <c:v>9.2185526954832451</c:v>
                </c:pt>
                <c:pt idx="69">
                  <c:v>8.6684261036468335</c:v>
                </c:pt>
                <c:pt idx="70">
                  <c:v>8.6372360844529759</c:v>
                </c:pt>
                <c:pt idx="71">
                  <c:v>8.9481765834932823</c:v>
                </c:pt>
                <c:pt idx="72">
                  <c:v>8.9174356483729973</c:v>
                </c:pt>
                <c:pt idx="73">
                  <c:v>8.784134615384616</c:v>
                </c:pt>
                <c:pt idx="74">
                  <c:v>8.9899038461538456</c:v>
                </c:pt>
                <c:pt idx="75">
                  <c:v>8.7418426103646834</c:v>
                </c:pt>
                <c:pt idx="76">
                  <c:v>8.9059500959692901</c:v>
                </c:pt>
                <c:pt idx="77">
                  <c:v>8.9535218016291331</c:v>
                </c:pt>
                <c:pt idx="78">
                  <c:v>8.904807692307692</c:v>
                </c:pt>
                <c:pt idx="79">
                  <c:v>8.5366682855755229</c:v>
                </c:pt>
                <c:pt idx="80">
                  <c:v>8.8722680913064593</c:v>
                </c:pt>
                <c:pt idx="81">
                  <c:v>8.8598848368522063</c:v>
                </c:pt>
                <c:pt idx="82">
                  <c:v>8.7826295585412666</c:v>
                </c:pt>
                <c:pt idx="83">
                  <c:v>8.9836852207293667</c:v>
                </c:pt>
                <c:pt idx="84">
                  <c:v>9.8363283147158818</c:v>
                </c:pt>
                <c:pt idx="85">
                  <c:v>9.0326295585412666</c:v>
                </c:pt>
                <c:pt idx="86">
                  <c:v>9.2156386595434672</c:v>
                </c:pt>
                <c:pt idx="87">
                  <c:v>8.874696454589607</c:v>
                </c:pt>
                <c:pt idx="88">
                  <c:v>8.9310344827586192</c:v>
                </c:pt>
                <c:pt idx="89">
                  <c:v>9.2282661486158322</c:v>
                </c:pt>
                <c:pt idx="90">
                  <c:v>9.1675570665371531</c:v>
                </c:pt>
                <c:pt idx="91">
                  <c:v>8.9941804073714842</c:v>
                </c:pt>
                <c:pt idx="92">
                  <c:v>9.1112190383681391</c:v>
                </c:pt>
                <c:pt idx="93">
                  <c:v>9.4068865179437431</c:v>
                </c:pt>
                <c:pt idx="94">
                  <c:v>9.4243452958292924</c:v>
                </c:pt>
                <c:pt idx="95">
                  <c:v>9.3802816901408441</c:v>
                </c:pt>
                <c:pt idx="96">
                  <c:v>9.7090820786789696</c:v>
                </c:pt>
                <c:pt idx="97">
                  <c:v>9.2599418040737138</c:v>
                </c:pt>
                <c:pt idx="98">
                  <c:v>9.380213385063044</c:v>
                </c:pt>
                <c:pt idx="99">
                  <c:v>9.7809616318601265</c:v>
                </c:pt>
                <c:pt idx="100">
                  <c:v>9.3254670599803351</c:v>
                </c:pt>
                <c:pt idx="101">
                  <c:v>9.46361848574238</c:v>
                </c:pt>
                <c:pt idx="102">
                  <c:v>9.0092143549951498</c:v>
                </c:pt>
                <c:pt idx="103">
                  <c:v>9.3676975945017169</c:v>
                </c:pt>
                <c:pt idx="104">
                  <c:v>9.1782032400589095</c:v>
                </c:pt>
                <c:pt idx="105">
                  <c:v>9.6293568973981341</c:v>
                </c:pt>
                <c:pt idx="106">
                  <c:v>9.6014705882352942</c:v>
                </c:pt>
                <c:pt idx="107">
                  <c:v>9.7645034414945933</c:v>
                </c:pt>
                <c:pt idx="108">
                  <c:v>9.5934119960668625</c:v>
                </c:pt>
                <c:pt idx="109">
                  <c:v>9.6975945017182124</c:v>
                </c:pt>
                <c:pt idx="110">
                  <c:v>9.2878411910669989</c:v>
                </c:pt>
                <c:pt idx="111">
                  <c:v>8.8095238095238084</c:v>
                </c:pt>
                <c:pt idx="112">
                  <c:v>9.3518886679920463</c:v>
                </c:pt>
                <c:pt idx="113">
                  <c:v>9.7385685884691835</c:v>
                </c:pt>
                <c:pt idx="114">
                  <c:v>9.2641138929798714</c:v>
                </c:pt>
                <c:pt idx="115">
                  <c:v>8.9004901960784313</c:v>
                </c:pt>
                <c:pt idx="116">
                  <c:v>9.1713303878252326</c:v>
                </c:pt>
                <c:pt idx="117">
                  <c:v>9.1850760922925865</c:v>
                </c:pt>
                <c:pt idx="118">
                  <c:v>9.5017182130584192</c:v>
                </c:pt>
                <c:pt idx="119">
                  <c:v>9.4771723122238587</c:v>
                </c:pt>
                <c:pt idx="120">
                  <c:v>9.4133529700540013</c:v>
                </c:pt>
                <c:pt idx="121">
                  <c:v>9.354442808051056</c:v>
                </c:pt>
                <c:pt idx="122">
                  <c:v>9.090819833087874</c:v>
                </c:pt>
                <c:pt idx="123">
                  <c:v>9.3593519882179681</c:v>
                </c:pt>
                <c:pt idx="124">
                  <c:v>9.5191176470588239</c:v>
                </c:pt>
                <c:pt idx="125">
                  <c:v>10.110947471772214</c:v>
                </c:pt>
                <c:pt idx="126">
                  <c:v>9.7226313205694641</c:v>
                </c:pt>
                <c:pt idx="127">
                  <c:v>9.5921568627450995</c:v>
                </c:pt>
                <c:pt idx="128">
                  <c:v>8.849175557710959</c:v>
                </c:pt>
                <c:pt idx="129">
                  <c:v>9.2238586156111921</c:v>
                </c:pt>
                <c:pt idx="130">
                  <c:v>8.7403043691703477</c:v>
                </c:pt>
                <c:pt idx="131">
                  <c:v>9.0722599418040737</c:v>
                </c:pt>
                <c:pt idx="132">
                  <c:v>9.01620029455081</c:v>
                </c:pt>
                <c:pt idx="133">
                  <c:v>8.9921453117329389</c:v>
                </c:pt>
                <c:pt idx="134">
                  <c:v>8.5866470299459987</c:v>
                </c:pt>
                <c:pt idx="135">
                  <c:v>8.8541973490427104</c:v>
                </c:pt>
                <c:pt idx="136">
                  <c:v>8.8973981345115369</c:v>
                </c:pt>
                <c:pt idx="137">
                  <c:v>9.179185076092292</c:v>
                </c:pt>
                <c:pt idx="138">
                  <c:v>8.636274509803922</c:v>
                </c:pt>
                <c:pt idx="139">
                  <c:v>9.3066600397614305</c:v>
                </c:pt>
                <c:pt idx="140">
                  <c:v>9.2594433399602387</c:v>
                </c:pt>
                <c:pt idx="141">
                  <c:v>9.4560628375061366</c:v>
                </c:pt>
                <c:pt idx="142">
                  <c:v>9.3903638151425763</c:v>
                </c:pt>
                <c:pt idx="143">
                  <c:v>9.5252822778595974</c:v>
                </c:pt>
                <c:pt idx="144">
                  <c:v>9.5414825724104073</c:v>
                </c:pt>
                <c:pt idx="145">
                  <c:v>9.4378988708885618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849-4E48-A17C-2B7F81A16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7632008"/>
        <c:axId val="1877634056"/>
      </c:scatterChart>
      <c:valAx>
        <c:axId val="18776320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634056"/>
        <c:crosses val="autoZero"/>
        <c:crossBetween val="midCat"/>
      </c:valAx>
      <c:valAx>
        <c:axId val="1877634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 (W/(m^2 K)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6320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6_DED0750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FDD601-E31B-41ED-8AB4-80817EEE610C}" authorId="{99F3A2C3-F545-3909-E086-5A75008A510E}" created="2026-04-21T06:32:05.92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38203400" sldId="262"/>
      <ac:spMk id="3" creationId="{D31AACBC-FA14-F4EA-160D-94D46CCFEE3E}"/>
      <ac:txMk cp="585" len="234">
        <ac:context len="975" hash="3401794542"/>
      </ac:txMk>
    </ac:txMkLst>
    <p188:pos x="3824242" y="4486542"/>
    <p188:txBody>
      <a:bodyPr/>
      <a:lstStyle/>
      <a:p>
        <a:r>
          <a:rPr lang="en-US"/>
          <a:t>I tihnk null hypothesis is always stat1 = stat2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32A84-0C6B-444C-A0E2-50B2FD95873C}" type="datetimeFigureOut"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EB6B1-CE51-4AC6-85C7-57F7F97830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9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B6B1-CE51-4AC6-85C7-57F7F978301F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86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DED0750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Verification of the Flat Plate Natural Convection Model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39317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Tue 1pm - Group 1</a:t>
            </a:r>
          </a:p>
          <a:p>
            <a:r>
              <a:rPr lang="en-US">
                <a:latin typeface="Aptos"/>
                <a:cs typeface="Times New Roman"/>
              </a:rPr>
              <a:t>Luke Bailey, Alan Herbst, Randy Saintjean, Irving Zhang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16EF-43AC-8572-63FE-19552FF87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12471-32CA-D90E-5148-B2B66E8E4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Motivation &amp; Background</a:t>
            </a:r>
          </a:p>
          <a:p>
            <a:r>
              <a:rPr lang="en-US">
                <a:ea typeface="+mn-lt"/>
                <a:cs typeface="+mn-lt"/>
              </a:rPr>
              <a:t>DoE &amp; Set</a:t>
            </a:r>
            <a:r>
              <a:rPr lang="en-US"/>
              <a:t> up</a:t>
            </a:r>
          </a:p>
          <a:p>
            <a:r>
              <a:rPr lang="en-US"/>
              <a:t>Analysis &amp; Results</a:t>
            </a:r>
          </a:p>
          <a:p>
            <a:r>
              <a:rPr lang="en-US"/>
              <a:t>Discussion</a:t>
            </a:r>
          </a:p>
          <a:p>
            <a:r>
              <a:rPr lang="en-US">
                <a:ea typeface="+mn-lt"/>
                <a:cs typeface="+mn-lt"/>
              </a:rPr>
              <a:t>Future Directions and Improvements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6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F3B7-C474-7016-AF99-8645C01B5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</a:rPr>
              <a:t>Motivation &amp; Background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4B96-FDF0-C2CD-B01B-2B564DA36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Heat transfer occurs via conduction, convection, radiation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Focus of this project: </a:t>
            </a:r>
            <a:r>
              <a:rPr lang="en-US" b="1">
                <a:ea typeface="+mn-lt"/>
                <a:cs typeface="+mn-lt"/>
              </a:rPr>
              <a:t>natural convection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Natural convection caused by </a:t>
            </a:r>
            <a:r>
              <a:rPr lang="en-US" b="1">
                <a:ea typeface="+mn-lt"/>
                <a:cs typeface="+mn-lt"/>
              </a:rPr>
              <a:t>buoyancy due to temperature gradients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Goal: experimentally estimate 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convection coefficient h</a:t>
            </a:r>
          </a:p>
          <a:p>
            <a:endParaRPr lang="en-US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CC12D-60E8-317A-F84D-EE4F202DF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520" y="4275991"/>
            <a:ext cx="3896783" cy="1899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969DF-A236-FE7C-1A71-2C5D5BE5781B}"/>
              </a:ext>
            </a:extLst>
          </p:cNvPr>
          <p:cNvSpPr txBox="1"/>
          <p:nvPr/>
        </p:nvSpPr>
        <p:spPr>
          <a:xfrm>
            <a:off x="5922671" y="4489330"/>
            <a:ext cx="430002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  <a:cs typeface="Times New Roman"/>
              </a:rPr>
              <a:t>heat flux [W/m</a:t>
            </a:r>
            <a:r>
              <a:rPr lang="en-US" baseline="30000">
                <a:latin typeface="Aptos"/>
                <a:cs typeface="Times New Roman"/>
              </a:rPr>
              <a:t>2</a:t>
            </a:r>
            <a:r>
              <a:rPr lang="en-US">
                <a:latin typeface="Aptos"/>
                <a:cs typeface="Times New Roman"/>
              </a:rPr>
              <a:t>] </a:t>
            </a: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r>
              <a:rPr lang="en-US">
                <a:latin typeface="Aptos"/>
                <a:cs typeface="Times New Roman"/>
              </a:rPr>
              <a:t>ambient temperature [K] </a:t>
            </a:r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DCB5070-201F-37BC-759E-A68BA249E96B}"/>
              </a:ext>
            </a:extLst>
          </p:cNvPr>
          <p:cNvSpPr/>
          <p:nvPr/>
        </p:nvSpPr>
        <p:spPr>
          <a:xfrm>
            <a:off x="4543419" y="4518839"/>
            <a:ext cx="1373107" cy="226206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D8CB098-B4CA-0C9E-E7D2-31B5EA7BB4FC}"/>
              </a:ext>
            </a:extLst>
          </p:cNvPr>
          <p:cNvSpPr/>
          <p:nvPr/>
        </p:nvSpPr>
        <p:spPr>
          <a:xfrm>
            <a:off x="5043735" y="5679273"/>
            <a:ext cx="905979" cy="189309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97F41-4AE6-5B46-1F72-536A49ED4E44}"/>
              </a:ext>
            </a:extLst>
          </p:cNvPr>
          <p:cNvSpPr txBox="1"/>
          <p:nvPr/>
        </p:nvSpPr>
        <p:spPr>
          <a:xfrm>
            <a:off x="89823" y="6112252"/>
            <a:ext cx="282062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surface temperature [K] 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E268ABF-6282-E94D-40D5-DC33547B8052}"/>
              </a:ext>
            </a:extLst>
          </p:cNvPr>
          <p:cNvSpPr/>
          <p:nvPr/>
        </p:nvSpPr>
        <p:spPr>
          <a:xfrm rot="8820000">
            <a:off x="1994334" y="5776650"/>
            <a:ext cx="731312" cy="220349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D2EB3-CE46-D730-D9CC-B56529E25EFD}"/>
              </a:ext>
            </a:extLst>
          </p:cNvPr>
          <p:cNvSpPr txBox="1"/>
          <p:nvPr/>
        </p:nvSpPr>
        <p:spPr>
          <a:xfrm>
            <a:off x="2974028" y="6411354"/>
            <a:ext cx="895223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*As we are interested in the temperature gradient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6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, units of °C or K can be used, but cannot be mixed</a:t>
            </a:r>
            <a:endParaRPr lang="en-US" sz="1600" b="0" i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6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809A-6D6D-2CB0-49C0-4F5DD19B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7710A-70B3-7638-81E1-FCB6CDFD8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X1: </a:t>
            </a:r>
            <a:r>
              <a:rPr lang="en-US" b="1"/>
              <a:t>T</a:t>
            </a:r>
            <a:r>
              <a:rPr lang="en-US" b="1" baseline="-25000"/>
              <a:t>s</a:t>
            </a:r>
            <a:r>
              <a:rPr lang="en-US" b="1"/>
              <a:t> (hot plate temperature)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Low: 60 °C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High: 100 °C</a:t>
            </a:r>
          </a:p>
          <a:p>
            <a:r>
              <a:rPr lang="en-US"/>
              <a:t>X2: </a:t>
            </a:r>
            <a:r>
              <a:rPr lang="en-US" b="1"/>
              <a:t>Box Size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Low: Small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High: Large (16"x20"x20")</a:t>
            </a:r>
          </a:p>
          <a:p>
            <a:r>
              <a:rPr lang="en-US"/>
              <a:t>X3: </a:t>
            </a:r>
            <a:r>
              <a:rPr lang="en-US" b="1"/>
              <a:t>Angle of hot plate surface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Low: 0° (flat/horizontal)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High: 90° (vertical)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6158FF-7116-5BF1-1532-EB9F2B328C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" r="124"/>
          <a:stretch>
            <a:fillRect/>
          </a:stretch>
        </p:blipFill>
        <p:spPr>
          <a:xfrm>
            <a:off x="7081449" y="1496372"/>
            <a:ext cx="4274873" cy="299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60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762F6-27BB-62AF-1A12-E67037EEA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</a:rPr>
              <a:t>Test Set 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1064-E2B9-152F-7454-1E69E3384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3547" y="3007794"/>
            <a:ext cx="6299673" cy="371752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>
              <a:highlight>
                <a:srgbClr val="FFFF00"/>
              </a:highlight>
            </a:endParaRPr>
          </a:p>
          <a:p>
            <a:r>
              <a:rPr lang="en-US">
                <a:ea typeface="+mn-lt"/>
                <a:cs typeface="+mn-lt"/>
              </a:rPr>
              <a:t>Main System components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insulated enclosure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Air-sealed open-top cardboard box : low-cost, easy-setup option. Safe for low-temperatures.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Custom wooden enclosure with double-pane setup was used for testing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hot plate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heat flux sensor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thermocouple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RTD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Arduino + DAQ</a:t>
            </a:r>
            <a:endParaRPr lang="en-US"/>
          </a:p>
          <a:p>
            <a:endParaRPr lang="en-US"/>
          </a:p>
        </p:txBody>
      </p:sp>
      <p:pic>
        <p:nvPicPr>
          <p:cNvPr id="4" name="Picture 3" descr="A drawing of a box&#10;&#10;AI-generated content may be incorrect.">
            <a:extLst>
              <a:ext uri="{FF2B5EF4-FFF2-40B4-BE49-F238E27FC236}">
                <a16:creationId xmlns:a16="http://schemas.microsoft.com/office/drawing/2014/main" id="{43D1E8C2-41E9-4CF2-F1E8-6EB81563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638" y="274479"/>
            <a:ext cx="2585703" cy="3082441"/>
          </a:xfrm>
          <a:prstGeom prst="rect">
            <a:avLst/>
          </a:prstGeom>
        </p:spPr>
      </p:pic>
      <p:pic>
        <p:nvPicPr>
          <p:cNvPr id="5" name="Picture 4" descr="A box with wires and wires on a table&#10;&#10;AI-generated content may be incorrect.">
            <a:extLst>
              <a:ext uri="{FF2B5EF4-FFF2-40B4-BE49-F238E27FC236}">
                <a16:creationId xmlns:a16="http://schemas.microsoft.com/office/drawing/2014/main" id="{8C93220C-FD12-FE72-16CE-498B36E3A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3" y="1929926"/>
            <a:ext cx="4714126" cy="371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85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0152-10A6-9581-DA7C-2985EEF9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Sensors and Measurements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96B39-D8D3-4D57-6BA8-3E5F239D2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FluxTeq</a:t>
            </a:r>
            <a:r>
              <a:rPr lang="en-US"/>
              <a:t> Compaq DAQ and PHFS-01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Measure actual heat flux (W/m^2)</a:t>
            </a:r>
          </a:p>
          <a:p>
            <a:r>
              <a:rPr lang="en-US">
                <a:highlight>
                  <a:srgbClr val="FFFFFF"/>
                </a:highlight>
                <a:latin typeface="Aptos"/>
                <a:cs typeface="Times New Roman"/>
              </a:rPr>
              <a:t>Watlow OKK30B10A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highlight>
                  <a:srgbClr val="FFFFFF"/>
                </a:highlight>
                <a:latin typeface="Aptos"/>
                <a:cs typeface="Times New Roman"/>
              </a:rPr>
              <a:t>Measure T_s (hot plate) (</a:t>
            </a:r>
            <a:r>
              <a:rPr lang="en-US">
                <a:solidFill>
                  <a:srgbClr val="001D35"/>
                </a:solidFill>
                <a:highlight>
                  <a:srgbClr val="FFFFFF"/>
                </a:highlight>
                <a:ea typeface="+mn-lt"/>
                <a:cs typeface="+mn-lt"/>
              </a:rPr>
              <a:t>°C)</a:t>
            </a:r>
            <a:endParaRPr lang="en-US">
              <a:highlight>
                <a:srgbClr val="FFFFFF"/>
              </a:highlight>
              <a:latin typeface="Aptos"/>
              <a:cs typeface="Times New Roman"/>
            </a:endParaRPr>
          </a:p>
          <a:p>
            <a:r>
              <a:rPr lang="en-US">
                <a:highlight>
                  <a:srgbClr val="FFFFFF"/>
                </a:highlight>
                <a:latin typeface="Aptos"/>
                <a:cs typeface="Times New Roman"/>
              </a:rPr>
              <a:t>Adafruit PT100 RTD and MAX31865 Amplifier</a:t>
            </a:r>
            <a:endParaRPr lang="en-US">
              <a:highlight>
                <a:srgbClr val="FFFF00"/>
              </a:highlight>
              <a:latin typeface="Aptos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highlight>
                  <a:srgbClr val="FFFFFF"/>
                </a:highlight>
                <a:cs typeface="Times New Roman"/>
              </a:rPr>
              <a:t>Measure T_</a:t>
            </a:r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∞ (ambient box temperature) (</a:t>
            </a:r>
            <a:r>
              <a:rPr lang="en-US">
                <a:solidFill>
                  <a:srgbClr val="001D35"/>
                </a:solidFill>
                <a:highlight>
                  <a:srgbClr val="FFFFFF"/>
                </a:highlight>
                <a:ea typeface="+mn-lt"/>
                <a:cs typeface="+mn-lt"/>
              </a:rPr>
              <a:t>°C)</a:t>
            </a:r>
            <a:endParaRPr lang="en-US">
              <a:highlight>
                <a:srgbClr val="FFFFFF"/>
              </a:highlight>
            </a:endParaRPr>
          </a:p>
          <a:p>
            <a:endParaRPr lang="en-US"/>
          </a:p>
        </p:txBody>
      </p:sp>
      <p:pic>
        <p:nvPicPr>
          <p:cNvPr id="4" name="Picture 3" descr="Thin film PHFS-01 heat flux sensor">
            <a:extLst>
              <a:ext uri="{FF2B5EF4-FFF2-40B4-BE49-F238E27FC236}">
                <a16:creationId xmlns:a16="http://schemas.microsoft.com/office/drawing/2014/main" id="{CEC79059-02D6-3717-EE03-A54ABE7CB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652" y="1329418"/>
            <a:ext cx="2016356" cy="1432816"/>
          </a:xfrm>
          <a:prstGeom prst="rect">
            <a:avLst/>
          </a:prstGeom>
        </p:spPr>
      </p:pic>
      <p:pic>
        <p:nvPicPr>
          <p:cNvPr id="5" name="Picture 4" descr="COMPAQ DAQ">
            <a:extLst>
              <a:ext uri="{FF2B5EF4-FFF2-40B4-BE49-F238E27FC236}">
                <a16:creationId xmlns:a16="http://schemas.microsoft.com/office/drawing/2014/main" id="{BEBDA78C-9B6A-7AF6-E842-FF8FB43A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91" y="1339340"/>
            <a:ext cx="1723958" cy="1426338"/>
          </a:xfrm>
          <a:prstGeom prst="rect">
            <a:avLst/>
          </a:prstGeom>
        </p:spPr>
      </p:pic>
      <p:pic>
        <p:nvPicPr>
          <p:cNvPr id="6" name="Picture 5" descr="A wire with a piece of paper next to it&#10;&#10;AI-generated content may be incorrect.">
            <a:extLst>
              <a:ext uri="{FF2B5EF4-FFF2-40B4-BE49-F238E27FC236}">
                <a16:creationId xmlns:a16="http://schemas.microsoft.com/office/drawing/2014/main" id="{53F9A5FA-BCD4-D1A9-3B6C-73815EE0F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260" y="3075411"/>
            <a:ext cx="1836758" cy="1343508"/>
          </a:xfrm>
          <a:prstGeom prst="rect">
            <a:avLst/>
          </a:prstGeom>
        </p:spPr>
      </p:pic>
      <p:pic>
        <p:nvPicPr>
          <p:cNvPr id="7" name="Picture 6" descr="RTD Wiring &amp; Config | Adafruit MAX31865 RTD PT100 or PT1000 Amplifier |  Adafruit Learning System">
            <a:extLst>
              <a:ext uri="{FF2B5EF4-FFF2-40B4-BE49-F238E27FC236}">
                <a16:creationId xmlns:a16="http://schemas.microsoft.com/office/drawing/2014/main" id="{5B7D707C-F1C8-CE18-91E6-FAADD237A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141" y="4927439"/>
            <a:ext cx="1839686" cy="134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3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B8896-B01D-DC6B-B204-3F58C481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DAQ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AACBC-FA14-F4EA-160D-94D46CCF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172" y="1526523"/>
            <a:ext cx="10515600" cy="517743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/>
              <a:t>Calibration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RTD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Submerge directly in ice bath </a:t>
            </a:r>
            <a:r>
              <a:rPr lang="en-US" sz="2200">
                <a:highlight>
                  <a:srgbClr val="FFFFFF"/>
                </a:highlight>
              </a:rPr>
              <a:t>–</a:t>
            </a:r>
            <a:r>
              <a:rPr lang="en-US"/>
              <a:t> average offset based on series of readings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Aptos"/>
                <a:cs typeface="Times New Roman"/>
              </a:rPr>
              <a:t>OKK30B10A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cs typeface="Times New Roman"/>
              </a:rPr>
              <a:t>Enclose within plastic bag before submerging in ice bath (no liquid exposure) </a:t>
            </a:r>
            <a:r>
              <a:rPr lang="en-US" sz="2200">
                <a:highlight>
                  <a:srgbClr val="FFFFFF"/>
                </a:highlight>
                <a:cs typeface="Times New Roman"/>
              </a:rPr>
              <a:t>–</a:t>
            </a:r>
            <a:r>
              <a:rPr lang="en-US">
                <a:cs typeface="Times New Roman"/>
              </a:rPr>
              <a:t> average offset based on series of readings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Times New Roman"/>
              </a:rPr>
              <a:t>PHFS-01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cs typeface="Times New Roman"/>
              </a:rPr>
              <a:t>Attach to rated heater </a:t>
            </a:r>
            <a:r>
              <a:rPr lang="en-US" sz="2200">
                <a:highlight>
                  <a:srgbClr val="FFFFFF"/>
                </a:highlight>
                <a:cs typeface="Times New Roman"/>
              </a:rPr>
              <a:t>–</a:t>
            </a:r>
            <a:r>
              <a:rPr lang="en-US">
                <a:cs typeface="Times New Roman"/>
              </a:rPr>
              <a:t> average offset based on series of readings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cs typeface="Times New Roman"/>
              </a:rPr>
              <a:t>Two-hotplate, conduction "sandwich" method</a:t>
            </a:r>
          </a:p>
          <a:p>
            <a:r>
              <a:rPr lang="en-US"/>
              <a:t>What to collect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RTD </a:t>
            </a:r>
            <a:r>
              <a:rPr lang="en-US" sz="2200">
                <a:highlight>
                  <a:srgbClr val="FFFFFF"/>
                </a:highlight>
              </a:rPr>
              <a:t>–</a:t>
            </a:r>
            <a:r>
              <a:rPr lang="en-US" sz="2200"/>
              <a:t> T</a:t>
            </a:r>
            <a:r>
              <a:rPr lang="en-US" sz="2200" baseline="-25000"/>
              <a:t>∞</a:t>
            </a:r>
            <a:r>
              <a:rPr lang="en-US" sz="2200">
                <a:ea typeface="+mn-lt"/>
                <a:cs typeface="+mn-lt"/>
              </a:rPr>
              <a:t> </a:t>
            </a:r>
            <a:r>
              <a:rPr lang="en-US" sz="2200">
                <a:highlight>
                  <a:srgbClr val="FFFFFF"/>
                </a:highlight>
                <a:ea typeface="+mn-lt"/>
                <a:cs typeface="+mn-lt"/>
              </a:rPr>
              <a:t>[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ea typeface="+mn-lt"/>
                <a:cs typeface="+mn-lt"/>
              </a:rPr>
              <a:t>°C]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highlight>
                  <a:srgbClr val="FFFFFF"/>
                </a:highlight>
              </a:rPr>
              <a:t>OKK30B10A – T</a:t>
            </a:r>
            <a:r>
              <a:rPr lang="en-US" sz="2200" baseline="-25000">
                <a:highlight>
                  <a:srgbClr val="FFFFFF"/>
                </a:highlight>
              </a:rPr>
              <a:t>s</a:t>
            </a:r>
            <a:r>
              <a:rPr lang="en-US" sz="2200">
                <a:highlight>
                  <a:srgbClr val="FFFFFF"/>
                </a:highlight>
              </a:rPr>
              <a:t> [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ea typeface="+mn-lt"/>
                <a:cs typeface="+mn-lt"/>
              </a:rPr>
              <a:t>°C]</a:t>
            </a:r>
            <a:endParaRPr lang="en-US" sz="2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highlight>
                  <a:srgbClr val="FFFFFF"/>
                </a:highlight>
              </a:rPr>
              <a:t>PHFS-01 – heat flux [W/m</a:t>
            </a:r>
            <a:r>
              <a:rPr lang="en-US" sz="2200" baseline="30000">
                <a:highlight>
                  <a:srgbClr val="FFFFFF"/>
                </a:highlight>
              </a:rPr>
              <a:t>2</a:t>
            </a:r>
            <a:r>
              <a:rPr lang="en-US" sz="2200">
                <a:highlight>
                  <a:srgbClr val="FFFFFF"/>
                </a:highlight>
              </a:rPr>
              <a:t> ]</a:t>
            </a:r>
          </a:p>
          <a:p>
            <a:r>
              <a:rPr lang="en-US"/>
              <a:t>How to analyze the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Compare calculated average convection coefficient for each factor combination to expected convection coefficient range with t-test (</a:t>
            </a:r>
            <a:r>
              <a:rPr lang="en-US">
                <a:ea typeface="+mn-lt"/>
                <a:cs typeface="+mn-lt"/>
              </a:rPr>
              <a:t>α=0.05)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Left tailed test for lower bound of heat flux range</a:t>
            </a:r>
          </a:p>
          <a:p>
            <a:pPr lvl="3"/>
            <a:r>
              <a:rPr lang="en-US"/>
              <a:t>Null hypothesis- h &gt;= </a:t>
            </a:r>
            <a:r>
              <a:rPr lang="en-US" err="1"/>
              <a:t>h_lower</a:t>
            </a:r>
            <a:endParaRPr lang="en-US"/>
          </a:p>
          <a:p>
            <a:pPr lvl="3"/>
            <a:r>
              <a:rPr lang="en-US"/>
              <a:t>Alternative hypothesis- h&lt; </a:t>
            </a:r>
            <a:r>
              <a:rPr lang="en-US" err="1"/>
              <a:t>h_lower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Right-tailed test for upper bound of heat flux range</a:t>
            </a:r>
          </a:p>
          <a:p>
            <a:pPr lvl="3"/>
            <a:r>
              <a:rPr lang="en-US"/>
              <a:t>Null hypothesis- h &lt;= </a:t>
            </a:r>
            <a:r>
              <a:rPr lang="en-US" err="1"/>
              <a:t>h_upper</a:t>
            </a:r>
            <a:endParaRPr lang="en-US"/>
          </a:p>
          <a:p>
            <a:pPr lvl="3"/>
            <a:r>
              <a:rPr lang="en-US"/>
              <a:t>Alternative hypothesis- h&gt; </a:t>
            </a:r>
            <a:r>
              <a:rPr lang="en-US" err="1"/>
              <a:t>h_upper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Multiple Comparison Analysis (Dunn-Sidak) to determine which combinations are statistically different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Main and Interaction Effects Full-Factorial Analysis</a:t>
            </a:r>
          </a:p>
        </p:txBody>
      </p:sp>
    </p:spTree>
    <p:extLst>
      <p:ext uri="{BB962C8B-B14F-4D97-AF65-F5344CB8AC3E}">
        <p14:creationId xmlns:p14="http://schemas.microsoft.com/office/powerpoint/2010/main" val="37382034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11E4-28F8-C1ED-C5AE-A4612221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Heat Transfer Model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772B8-6ECC-0153-FEE0-69C7A4933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82" y="1711681"/>
            <a:ext cx="7168497" cy="4151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/>
              <a:t>Affects of other heat transfer modes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Conduction and forced-convection: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/>
              <a:t>Negligible or not present within design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Radiation: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/>
              <a:t>Non-negligible, must be accounted for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/>
              <a:t>Overlaying known low-emissivity Al. Foil (</a:t>
            </a:r>
            <a:r>
              <a:rPr lang="en-US" sz="1800">
                <a:ea typeface="+mn-lt"/>
                <a:cs typeface="+mn-lt"/>
              </a:rPr>
              <a:t>𝜀 = 0.03) enables radiative flux to be subtracted from measured flux</a:t>
            </a:r>
            <a:endParaRPr lang="en-US" sz="1800"/>
          </a:p>
          <a:p>
            <a:pPr lvl="2">
              <a:buFont typeface="Wingdings" panose="020B0604020202020204" pitchFamily="34" charset="0"/>
              <a:buChar char="§"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74891-C3A8-8898-D2A4-764CC65D7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790" y="2634820"/>
            <a:ext cx="3600450" cy="1762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99A25B-7B67-CEDB-AA72-4DD7EA2FE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827" y="4467659"/>
            <a:ext cx="4410075" cy="847725"/>
          </a:xfrm>
          <a:prstGeom prst="rect">
            <a:avLst/>
          </a:prstGeom>
        </p:spPr>
      </p:pic>
      <p:pic>
        <p:nvPicPr>
          <p:cNvPr id="6" name="Picture 5" descr="A diagram of a wave&#10;&#10;AI-generated content may be incorrect.">
            <a:extLst>
              <a:ext uri="{FF2B5EF4-FFF2-40B4-BE49-F238E27FC236}">
                <a16:creationId xmlns:a16="http://schemas.microsoft.com/office/drawing/2014/main" id="{2D16D235-6267-9452-7B0D-0575415DC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010" y="0"/>
            <a:ext cx="4329513" cy="26349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9E0B8A-F560-9C48-1BA3-4F8D0FE7D762}"/>
              </a:ext>
            </a:extLst>
          </p:cNvPr>
          <p:cNvSpPr txBox="1"/>
          <p:nvPr/>
        </p:nvSpPr>
        <p:spPr>
          <a:xfrm>
            <a:off x="6940701" y="2409074"/>
            <a:ext cx="432903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Bergman et al., Fundamentals of Heat and Mass Transfer 7ed, 2011</a:t>
            </a:r>
            <a:endParaRPr lang="en-US" sz="1100" b="0" i="1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</p:txBody>
      </p:sp>
      <p:pic>
        <p:nvPicPr>
          <p:cNvPr id="11" name="Picture 10" descr="A graph of a function&#10;&#10;AI-generated content may be incorrect.">
            <a:extLst>
              <a:ext uri="{FF2B5EF4-FFF2-40B4-BE49-F238E27FC236}">
                <a16:creationId xmlns:a16="http://schemas.microsoft.com/office/drawing/2014/main" id="{5EB4041B-4243-56A2-F525-EE9445AB3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882" y="3785587"/>
            <a:ext cx="4788072" cy="27810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362280-1B34-2654-A401-A2CB59FEA2C2}"/>
              </a:ext>
            </a:extLst>
          </p:cNvPr>
          <p:cNvSpPr txBox="1"/>
          <p:nvPr/>
        </p:nvSpPr>
        <p:spPr>
          <a:xfrm>
            <a:off x="1956809" y="6445614"/>
            <a:ext cx="432903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Bergman et al., Fundamentals of Heat and Mass Transfer 7ed, 2011</a:t>
            </a:r>
            <a:endParaRPr lang="en-US" sz="1100" b="0" i="1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31477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3F5D-37BD-A601-85D4-63B89082A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DA65E-1295-3E21-5EF9-41CFF6101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5520"/>
            <a:ext cx="5382127" cy="43914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Design Stage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1E29E5-3C35-778C-15F3-C65D719B2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9671"/>
            <a:ext cx="6607722" cy="1923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FA6D52-4240-D548-ACBB-0B5406FEADCD}"/>
              </a:ext>
            </a:extLst>
          </p:cNvPr>
          <p:cNvSpPr txBox="1"/>
          <p:nvPr/>
        </p:nvSpPr>
        <p:spPr>
          <a:xfrm>
            <a:off x="6511358" y="1693614"/>
            <a:ext cx="582508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400"/>
              <a:t>Zeroth Order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400"/>
              <a:t>T</a:t>
            </a:r>
            <a:r>
              <a:rPr lang="en-US" sz="2400" baseline="-25000"/>
              <a:t>s</a:t>
            </a:r>
            <a:r>
              <a:rPr lang="en-US" sz="2400"/>
              <a:t> sensor Resolution: 0.25°C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400"/>
              <a:t>T</a:t>
            </a:r>
            <a:r>
              <a:rPr lang="en-US" sz="2400" baseline="-25000"/>
              <a:t>∞</a:t>
            </a:r>
            <a:r>
              <a:rPr lang="en-US" sz="2400"/>
              <a:t> sensor Resolution: 0.03°C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400"/>
              <a:t>Heat flux sensor Res: </a:t>
            </a:r>
            <a:r>
              <a:rPr lang="en-US" sz="2400">
                <a:ea typeface="+mn-lt"/>
                <a:cs typeface="+mn-lt"/>
              </a:rPr>
              <a:t>≈ 1.5 W/m^2</a:t>
            </a:r>
          </a:p>
          <a:p>
            <a:pPr lvl="1"/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4E414B-842E-E143-389D-CB67D3A3F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038" y="6172244"/>
            <a:ext cx="2870689" cy="6704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31C8DD-058C-D4AB-D790-59F410B4C752}"/>
              </a:ext>
            </a:extLst>
          </p:cNvPr>
          <p:cNvSpPr txBox="1"/>
          <p:nvPr/>
        </p:nvSpPr>
        <p:spPr>
          <a:xfrm>
            <a:off x="1421" y="4180843"/>
            <a:ext cx="658993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Dominant source: </a:t>
            </a:r>
            <a:r>
              <a:rPr lang="en-US" sz="2000" b="1">
                <a:ea typeface="+mn-lt"/>
                <a:cs typeface="+mn-lt"/>
              </a:rPr>
              <a:t>surface temperature (thermocouple)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Uncertainty ↑ when ΔT ↓ 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Thus, operate at </a:t>
            </a:r>
            <a:r>
              <a:rPr lang="en-US" sz="2000" b="1">
                <a:ea typeface="+mn-lt"/>
                <a:cs typeface="+mn-lt"/>
              </a:rPr>
              <a:t>larger temperature difference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 algn="l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2409C1-4292-B21E-E98E-0C3CBD6AB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412" y="3848101"/>
            <a:ext cx="5200650" cy="144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DA28E4-4BDB-EECE-078E-5F8570AE6FDA}"/>
              </a:ext>
            </a:extLst>
          </p:cNvPr>
          <p:cNvSpPr txBox="1"/>
          <p:nvPr/>
        </p:nvSpPr>
        <p:spPr>
          <a:xfrm>
            <a:off x="7621420" y="5580151"/>
            <a:ext cx="37358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 err="1"/>
              <a:t>U</a:t>
            </a:r>
            <a:r>
              <a:rPr lang="en-US" sz="2000" baseline="-25000" dirty="0" err="1"/>
              <a:t>ho</a:t>
            </a:r>
            <a:r>
              <a:rPr lang="en-US" sz="2000" baseline="-25000" dirty="0"/>
              <a:t> </a:t>
            </a:r>
            <a:r>
              <a:rPr lang="en-US" sz="2000" dirty="0"/>
              <a:t>= 0.04 W/(m</a:t>
            </a:r>
            <a:r>
              <a:rPr lang="en-US" sz="2000" baseline="30000" dirty="0"/>
              <a:t>2</a:t>
            </a:r>
            <a:r>
              <a:rPr lang="en-US" sz="2000" dirty="0"/>
              <a:t>K)</a:t>
            </a:r>
          </a:p>
          <a:p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DEEB13-B876-833B-35D9-7572DDF375A8}"/>
              </a:ext>
            </a:extLst>
          </p:cNvPr>
          <p:cNvSpPr txBox="1"/>
          <p:nvPr/>
        </p:nvSpPr>
        <p:spPr>
          <a:xfrm>
            <a:off x="1330036" y="5479473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l" rtl="0">
              <a:buFont typeface="Arial,Sans-Serif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U</a:t>
            </a:r>
            <a:r>
              <a:rPr lang="en-US" sz="12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hd</a:t>
            </a:r>
            <a:r>
              <a:rPr lang="en-US" sz="1200" b="0" i="0" u="none" strike="noStrike" baseline="-250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= 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0.73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W/(m</a:t>
            </a:r>
            <a:r>
              <a:rPr lang="en-US" sz="1200" b="0" i="0" u="none" strike="noStrike" baseline="300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2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K)</a:t>
            </a:r>
            <a:r>
              <a:rPr lang="en-US" sz="20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889288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0D7A-F110-8FE0-BAB6-78D87BC0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Data</a:t>
            </a:r>
          </a:p>
        </p:txBody>
      </p:sp>
      <p:graphicFrame>
        <p:nvGraphicFramePr>
          <p:cNvPr id="5" name="Chart 4" descr="Chart type: Scatter. 'T_s', 'T_inf' by 'Time from start'&#10;&#10;Description automatically generated">
            <a:extLst>
              <a:ext uri="{FF2B5EF4-FFF2-40B4-BE49-F238E27FC236}">
                <a16:creationId xmlns:a16="http://schemas.microsoft.com/office/drawing/2014/main" id="{8981C489-F378-0968-9BC3-C88F5C5966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4871278"/>
              </p:ext>
            </p:extLst>
          </p:nvPr>
        </p:nvGraphicFramePr>
        <p:xfrm>
          <a:off x="442358" y="1879527"/>
          <a:ext cx="3703675" cy="2663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 descr="Chart type: Scatter. 'Flux (W/m^2)' by 'Time from start'&#10;&#10;Description automatically generated">
            <a:extLst>
              <a:ext uri="{FF2B5EF4-FFF2-40B4-BE49-F238E27FC236}">
                <a16:creationId xmlns:a16="http://schemas.microsoft.com/office/drawing/2014/main" id="{C83CE471-F017-9635-3F92-BBED302A715B}"/>
              </a:ext>
              <a:ext uri="{147F2762-F138-4A5C-976F-8EAC2B608ADB}">
                <a16:predDERef xmlns:a16="http://schemas.microsoft.com/office/drawing/2014/main" pred="{8981C489-F378-0968-9BC3-C88F5C5966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5767955"/>
              </p:ext>
            </p:extLst>
          </p:nvPr>
        </p:nvGraphicFramePr>
        <p:xfrm>
          <a:off x="4456150" y="1711177"/>
          <a:ext cx="3278372" cy="2663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 descr="Chart type: Scatter. 'h (W/(m^2 K)' by 'Time from start2'&#10;&#10;Description automatically generated">
            <a:extLst>
              <a:ext uri="{FF2B5EF4-FFF2-40B4-BE49-F238E27FC236}">
                <a16:creationId xmlns:a16="http://schemas.microsoft.com/office/drawing/2014/main" id="{D0701932-3BB4-9DBF-9CC3-F600CB1B2581}"/>
              </a:ext>
              <a:ext uri="{147F2762-F138-4A5C-976F-8EAC2B608ADB}">
                <a16:predDERef xmlns:a16="http://schemas.microsoft.com/office/drawing/2014/main" pred="{C83CE471-F017-9635-3F92-BBED302A71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1869947"/>
              </p:ext>
            </p:extLst>
          </p:nvPr>
        </p:nvGraphicFramePr>
        <p:xfrm>
          <a:off x="8115521" y="1879527"/>
          <a:ext cx="3721396" cy="2379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Picture 14" descr="A close up of numbers&#10;&#10;AI-generated content may be incorrect.">
            <a:extLst>
              <a:ext uri="{FF2B5EF4-FFF2-40B4-BE49-F238E27FC236}">
                <a16:creationId xmlns:a16="http://schemas.microsoft.com/office/drawing/2014/main" id="{FA395901-FADE-14DF-3B91-FE4CD2A0D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338" y="4664481"/>
            <a:ext cx="8315325" cy="523875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A770E20E-CD1B-C6FA-BE4A-9220D4DB1E89}"/>
              </a:ext>
            </a:extLst>
          </p:cNvPr>
          <p:cNvSpPr/>
          <p:nvPr/>
        </p:nvSpPr>
        <p:spPr>
          <a:xfrm rot="-2520000">
            <a:off x="8241286" y="5472750"/>
            <a:ext cx="905979" cy="189309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23DE76-0156-05ED-BD96-33EEC48D757B}"/>
              </a:ext>
            </a:extLst>
          </p:cNvPr>
          <p:cNvSpPr txBox="1"/>
          <p:nvPr/>
        </p:nvSpPr>
        <p:spPr>
          <a:xfrm>
            <a:off x="6370497" y="5940630"/>
            <a:ext cx="26303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Model confirmation!</a:t>
            </a:r>
            <a:endParaRPr lang="en-US" sz="2000"/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57797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6921-4790-FE68-46B0-C46804C2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C57D1-D785-73E5-4AF7-22561AC5C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/>
              <a:t>Pros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Easy to construct and adjust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Cut and add cardboard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Seal holes and gaps with duct putty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Low cost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Sensors readily available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Removes air flow and outside disturbances</a:t>
            </a:r>
          </a:p>
          <a:p>
            <a:r>
              <a:rPr lang="en-US"/>
              <a:t>Cons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Accounts for relatively few properties affecting convection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Unaccounted for variations in convection coefficient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Some variables affecting convection cannot be easily adjusted</a:t>
            </a:r>
            <a:endParaRPr lang="en-US" sz="2400"/>
          </a:p>
          <a:p>
            <a:pPr lvl="3"/>
            <a:r>
              <a:rPr lang="en-US"/>
              <a:t>E.g. orientation of hot plate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Irregular, time-sensitive temperature gradient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Ambient temperature changes with distance from plate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Temperature gradient will decrease over time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Various influences on convection not isolated</a:t>
            </a:r>
          </a:p>
          <a:p>
            <a:r>
              <a:rPr lang="en-US"/>
              <a:t>Future work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More flexible enclosure that allows for measuring more variables affecting convection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E.g. heat plate orientation, geometry, flow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127593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935C-CF76-5A5E-1093-10F98E9D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Directions and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9FD23-70C0-BFB8-D901-48D410EAE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More flexible enclosure that allows for measuring and assessing additional convection-related variables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E.g. heat plate orientation, geometry, flow characteristics</a:t>
            </a:r>
          </a:p>
          <a:p>
            <a:r>
              <a:rPr lang="en-US"/>
              <a:t>Improve measurement quality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E.g. ensure flat, complete contact between plate + foil and foil + sensors</a:t>
            </a:r>
          </a:p>
          <a:p>
            <a:r>
              <a:rPr lang="en-US"/>
              <a:t>Fully-enclose the system to assess dynamics of time-varying temperature gradient</a:t>
            </a:r>
          </a:p>
          <a:p>
            <a:r>
              <a:rPr lang="en-US"/>
              <a:t>Generalize and apply approach to common engineering designs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Measuring and optimizing h-values may improve common products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Electronics (desktop PCs), ovens, radiators, building design/cooling, etc.</a:t>
            </a:r>
          </a:p>
        </p:txBody>
      </p:sp>
    </p:spTree>
    <p:extLst>
      <p:ext uri="{BB962C8B-B14F-4D97-AF65-F5344CB8AC3E}">
        <p14:creationId xmlns:p14="http://schemas.microsoft.com/office/powerpoint/2010/main" val="80936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E923-C832-5354-0794-2B00AC3C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 &amp; Credits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AFFC0-D4C9-42D5-7464-6A7446175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References: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Cengel</a:t>
            </a:r>
            <a:r>
              <a:rPr lang="en-US" dirty="0">
                <a:ea typeface="+mn-lt"/>
                <a:cs typeface="+mn-lt"/>
              </a:rPr>
              <a:t> and Boles, Thermodynamics: An Engineering Approach, 5th edition, McGraw-Hill, 2006.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Bergman, Lavine, </a:t>
            </a:r>
            <a:r>
              <a:rPr lang="en-US" dirty="0" err="1">
                <a:ea typeface="+mn-lt"/>
                <a:cs typeface="+mn-lt"/>
              </a:rPr>
              <a:t>Incropera</a:t>
            </a:r>
            <a:r>
              <a:rPr lang="en-US" dirty="0">
                <a:ea typeface="+mn-lt"/>
                <a:cs typeface="+mn-lt"/>
              </a:rPr>
              <a:t>, and Dewitt, Fundamentals of Heat and Mass Transfer, 7th Edition, John Wiley and Sons, 2011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Vipperman, J., “Lab 2 Handout - Insulation R-Value of Single-Pane and Dual-Pane Windows”, University of Pittsburgh, 2026.</a:t>
            </a:r>
          </a:p>
          <a:p>
            <a:r>
              <a:rPr lang="en-US" dirty="0"/>
              <a:t>Arduino, "Adafruit MAX 31855 library," </a:t>
            </a:r>
            <a:r>
              <a:rPr lang="en-US" i="1" dirty="0"/>
              <a:t>Arduino Documentation, Nov., 15, 2023</a:t>
            </a:r>
          </a:p>
          <a:p>
            <a:r>
              <a:rPr lang="en-US" dirty="0"/>
              <a:t>Arduino, "Adafruit MAX 31865 library," </a:t>
            </a:r>
            <a:r>
              <a:rPr lang="en-US" i="1" dirty="0"/>
              <a:t>Arduino </a:t>
            </a:r>
            <a:r>
              <a:rPr lang="en-US" i="1" dirty="0" err="1"/>
              <a:t>Documentation,Nov</a:t>
            </a:r>
            <a:r>
              <a:rPr lang="en-US" i="1" dirty="0"/>
              <a:t>., 15, 2023</a:t>
            </a:r>
          </a:p>
          <a:p>
            <a:pPr marL="0" indent="0">
              <a:buNone/>
            </a:pPr>
            <a:endParaRPr 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00129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Verification of the Flat Plate Natural Convection Model</vt:lpstr>
      <vt:lpstr>Content</vt:lpstr>
      <vt:lpstr>Motivation &amp; Background</vt:lpstr>
      <vt:lpstr>Design of Experiments</vt:lpstr>
      <vt:lpstr>Test Set up</vt:lpstr>
      <vt:lpstr>Sensors and Measurements</vt:lpstr>
      <vt:lpstr>DAQ &amp; Analysis</vt:lpstr>
      <vt:lpstr>Heat Transfer Model</vt:lpstr>
      <vt:lpstr>Uncertainty</vt:lpstr>
      <vt:lpstr>Sample Data</vt:lpstr>
      <vt:lpstr>Discussion</vt:lpstr>
      <vt:lpstr>Future Directions and Improvements</vt:lpstr>
      <vt:lpstr>Appendix &amp; Credits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40</cp:revision>
  <dcterms:created xsi:type="dcterms:W3CDTF">2026-04-14T16:53:41Z</dcterms:created>
  <dcterms:modified xsi:type="dcterms:W3CDTF">2026-04-21T18:16:15Z</dcterms:modified>
</cp:coreProperties>
</file>